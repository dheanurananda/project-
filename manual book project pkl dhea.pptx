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533" y="4618866"/>
            <a:ext cx="7166272" cy="406138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49181" y="7337262"/>
            <a:ext cx="9034145" cy="2950210"/>
          </a:xfrm>
          <a:custGeom>
            <a:avLst/>
            <a:gdLst/>
            <a:ahLst/>
            <a:cxnLst/>
            <a:rect l="l" t="t" r="r" b="b"/>
            <a:pathLst>
              <a:path w="9034144" h="2950209">
                <a:moveTo>
                  <a:pt x="8937009" y="2949737"/>
                </a:moveTo>
                <a:lnTo>
                  <a:pt x="97196" y="2949737"/>
                </a:lnTo>
                <a:lnTo>
                  <a:pt x="71702" y="2858235"/>
                </a:lnTo>
                <a:lnTo>
                  <a:pt x="49873" y="2765005"/>
                </a:lnTo>
                <a:lnTo>
                  <a:pt x="31961" y="2670951"/>
                </a:lnTo>
                <a:lnTo>
                  <a:pt x="17996" y="2576229"/>
                </a:lnTo>
                <a:lnTo>
                  <a:pt x="8004" y="2481001"/>
                </a:lnTo>
                <a:lnTo>
                  <a:pt x="2001" y="2385437"/>
                </a:lnTo>
                <a:lnTo>
                  <a:pt x="0" y="2289713"/>
                </a:lnTo>
                <a:lnTo>
                  <a:pt x="2001" y="2193989"/>
                </a:lnTo>
                <a:lnTo>
                  <a:pt x="8004" y="2098426"/>
                </a:lnTo>
                <a:lnTo>
                  <a:pt x="17996" y="2003197"/>
                </a:lnTo>
                <a:lnTo>
                  <a:pt x="31961" y="1908476"/>
                </a:lnTo>
                <a:lnTo>
                  <a:pt x="49872" y="1814421"/>
                </a:lnTo>
                <a:lnTo>
                  <a:pt x="71702" y="1721191"/>
                </a:lnTo>
                <a:lnTo>
                  <a:pt x="97411" y="1628956"/>
                </a:lnTo>
                <a:lnTo>
                  <a:pt x="126951" y="1537882"/>
                </a:lnTo>
                <a:lnTo>
                  <a:pt x="160273" y="1448122"/>
                </a:lnTo>
                <a:lnTo>
                  <a:pt x="197321" y="1359828"/>
                </a:lnTo>
                <a:lnTo>
                  <a:pt x="238028" y="1273160"/>
                </a:lnTo>
                <a:lnTo>
                  <a:pt x="282320" y="1188276"/>
                </a:lnTo>
                <a:lnTo>
                  <a:pt x="330122" y="1105317"/>
                </a:lnTo>
                <a:lnTo>
                  <a:pt x="381354" y="1024424"/>
                </a:lnTo>
                <a:lnTo>
                  <a:pt x="435923" y="945744"/>
                </a:lnTo>
                <a:lnTo>
                  <a:pt x="493730" y="869420"/>
                </a:lnTo>
                <a:lnTo>
                  <a:pt x="554677" y="795578"/>
                </a:lnTo>
                <a:lnTo>
                  <a:pt x="618663" y="724344"/>
                </a:lnTo>
                <a:lnTo>
                  <a:pt x="685570" y="655848"/>
                </a:lnTo>
                <a:lnTo>
                  <a:pt x="755278" y="590214"/>
                </a:lnTo>
                <a:lnTo>
                  <a:pt x="827669" y="527550"/>
                </a:lnTo>
                <a:lnTo>
                  <a:pt x="902622" y="467965"/>
                </a:lnTo>
                <a:lnTo>
                  <a:pt x="980000" y="411565"/>
                </a:lnTo>
                <a:lnTo>
                  <a:pt x="1059664" y="358453"/>
                </a:lnTo>
                <a:lnTo>
                  <a:pt x="1141478" y="308717"/>
                </a:lnTo>
                <a:lnTo>
                  <a:pt x="1225305" y="262443"/>
                </a:lnTo>
                <a:lnTo>
                  <a:pt x="1310994" y="219714"/>
                </a:lnTo>
                <a:lnTo>
                  <a:pt x="1398388" y="180607"/>
                </a:lnTo>
                <a:lnTo>
                  <a:pt x="1487341" y="145188"/>
                </a:lnTo>
                <a:lnTo>
                  <a:pt x="1577703" y="113517"/>
                </a:lnTo>
                <a:lnTo>
                  <a:pt x="1669310" y="85651"/>
                </a:lnTo>
                <a:lnTo>
                  <a:pt x="1761996" y="61641"/>
                </a:lnTo>
                <a:lnTo>
                  <a:pt x="1855604" y="41527"/>
                </a:lnTo>
                <a:lnTo>
                  <a:pt x="1949978" y="25344"/>
                </a:lnTo>
                <a:lnTo>
                  <a:pt x="2044946" y="13120"/>
                </a:lnTo>
                <a:lnTo>
                  <a:pt x="2140336" y="4877"/>
                </a:lnTo>
                <a:lnTo>
                  <a:pt x="2235987" y="630"/>
                </a:lnTo>
                <a:lnTo>
                  <a:pt x="2331738" y="385"/>
                </a:lnTo>
                <a:lnTo>
                  <a:pt x="2427416" y="4144"/>
                </a:lnTo>
                <a:lnTo>
                  <a:pt x="2522847" y="11899"/>
                </a:lnTo>
                <a:lnTo>
                  <a:pt x="2617870" y="23637"/>
                </a:lnTo>
                <a:lnTo>
                  <a:pt x="2712325" y="39338"/>
                </a:lnTo>
                <a:lnTo>
                  <a:pt x="2806041" y="58975"/>
                </a:lnTo>
                <a:lnTo>
                  <a:pt x="2898849" y="82511"/>
                </a:lnTo>
                <a:lnTo>
                  <a:pt x="2990591" y="109906"/>
                </a:lnTo>
                <a:lnTo>
                  <a:pt x="3081114" y="141115"/>
                </a:lnTo>
                <a:lnTo>
                  <a:pt x="3170252" y="176081"/>
                </a:lnTo>
                <a:lnTo>
                  <a:pt x="3257845" y="214741"/>
                </a:lnTo>
                <a:lnTo>
                  <a:pt x="3343746" y="257029"/>
                </a:lnTo>
                <a:lnTo>
                  <a:pt x="3427809" y="302875"/>
                </a:lnTo>
                <a:lnTo>
                  <a:pt x="3509881" y="352194"/>
                </a:lnTo>
                <a:lnTo>
                  <a:pt x="3589814" y="404899"/>
                </a:lnTo>
                <a:lnTo>
                  <a:pt x="3667474" y="460899"/>
                </a:lnTo>
                <a:lnTo>
                  <a:pt x="3742731" y="520101"/>
                </a:lnTo>
                <a:lnTo>
                  <a:pt x="3815446" y="582398"/>
                </a:lnTo>
                <a:lnTo>
                  <a:pt x="3885488" y="647675"/>
                </a:lnTo>
                <a:lnTo>
                  <a:pt x="3952740" y="715824"/>
                </a:lnTo>
                <a:lnTo>
                  <a:pt x="4017089" y="786730"/>
                </a:lnTo>
                <a:lnTo>
                  <a:pt x="4078417" y="860264"/>
                </a:lnTo>
                <a:lnTo>
                  <a:pt x="4136613" y="936293"/>
                </a:lnTo>
                <a:lnTo>
                  <a:pt x="4191580" y="1014688"/>
                </a:lnTo>
                <a:lnTo>
                  <a:pt x="4243224" y="1095318"/>
                </a:lnTo>
                <a:lnTo>
                  <a:pt x="4291453" y="1178036"/>
                </a:lnTo>
                <a:lnTo>
                  <a:pt x="4342913" y="1274977"/>
                </a:lnTo>
                <a:lnTo>
                  <a:pt x="4358769" y="1297894"/>
                </a:lnTo>
                <a:lnTo>
                  <a:pt x="4399215" y="1336242"/>
                </a:lnTo>
                <a:lnTo>
                  <a:pt x="4448577" y="1362124"/>
                </a:lnTo>
                <a:lnTo>
                  <a:pt x="4503122" y="1373583"/>
                </a:lnTo>
                <a:lnTo>
                  <a:pt x="4531124" y="1373583"/>
                </a:lnTo>
                <a:lnTo>
                  <a:pt x="4585670" y="1362124"/>
                </a:lnTo>
                <a:lnTo>
                  <a:pt x="4635032" y="1336242"/>
                </a:lnTo>
                <a:lnTo>
                  <a:pt x="4675478" y="1297894"/>
                </a:lnTo>
                <a:lnTo>
                  <a:pt x="4734622" y="1192855"/>
                </a:lnTo>
                <a:lnTo>
                  <a:pt x="4773559" y="1124317"/>
                </a:lnTo>
                <a:lnTo>
                  <a:pt x="4814832" y="1057160"/>
                </a:lnTo>
                <a:lnTo>
                  <a:pt x="4858393" y="991463"/>
                </a:lnTo>
                <a:lnTo>
                  <a:pt x="4904189" y="927306"/>
                </a:lnTo>
                <a:lnTo>
                  <a:pt x="4952168" y="864763"/>
                </a:lnTo>
                <a:lnTo>
                  <a:pt x="5002270" y="803909"/>
                </a:lnTo>
                <a:lnTo>
                  <a:pt x="5054440" y="744816"/>
                </a:lnTo>
                <a:lnTo>
                  <a:pt x="5108612" y="687554"/>
                </a:lnTo>
                <a:lnTo>
                  <a:pt x="5164724" y="632192"/>
                </a:lnTo>
                <a:lnTo>
                  <a:pt x="5222708" y="578793"/>
                </a:lnTo>
                <a:lnTo>
                  <a:pt x="5282497" y="527424"/>
                </a:lnTo>
                <a:lnTo>
                  <a:pt x="5344018" y="478142"/>
                </a:lnTo>
                <a:lnTo>
                  <a:pt x="5407200" y="431009"/>
                </a:lnTo>
                <a:lnTo>
                  <a:pt x="5471967" y="386078"/>
                </a:lnTo>
                <a:lnTo>
                  <a:pt x="5538243" y="343404"/>
                </a:lnTo>
                <a:lnTo>
                  <a:pt x="5605949" y="303037"/>
                </a:lnTo>
                <a:lnTo>
                  <a:pt x="5675004" y="265025"/>
                </a:lnTo>
                <a:lnTo>
                  <a:pt x="5745327" y="229413"/>
                </a:lnTo>
                <a:lnTo>
                  <a:pt x="5816835" y="196244"/>
                </a:lnTo>
                <a:lnTo>
                  <a:pt x="5889442" y="165555"/>
                </a:lnTo>
                <a:lnTo>
                  <a:pt x="5963063" y="137386"/>
                </a:lnTo>
                <a:lnTo>
                  <a:pt x="6037609" y="111767"/>
                </a:lnTo>
                <a:lnTo>
                  <a:pt x="6112994" y="88730"/>
                </a:lnTo>
                <a:lnTo>
                  <a:pt x="6189127" y="68302"/>
                </a:lnTo>
                <a:lnTo>
                  <a:pt x="6265918" y="50508"/>
                </a:lnTo>
                <a:lnTo>
                  <a:pt x="6343277" y="35367"/>
                </a:lnTo>
                <a:lnTo>
                  <a:pt x="6421111" y="22900"/>
                </a:lnTo>
                <a:lnTo>
                  <a:pt x="6499328" y="13119"/>
                </a:lnTo>
                <a:lnTo>
                  <a:pt x="6577835" y="6037"/>
                </a:lnTo>
                <a:lnTo>
                  <a:pt x="6656539" y="1662"/>
                </a:lnTo>
                <a:lnTo>
                  <a:pt x="6735348" y="0"/>
                </a:lnTo>
                <a:lnTo>
                  <a:pt x="6836721" y="1838"/>
                </a:lnTo>
                <a:lnTo>
                  <a:pt x="6937912" y="8162"/>
                </a:lnTo>
                <a:lnTo>
                  <a:pt x="7038726" y="18960"/>
                </a:lnTo>
                <a:lnTo>
                  <a:pt x="7138961" y="34211"/>
                </a:lnTo>
                <a:lnTo>
                  <a:pt x="7238424" y="53883"/>
                </a:lnTo>
                <a:lnTo>
                  <a:pt x="7336917" y="77940"/>
                </a:lnTo>
                <a:lnTo>
                  <a:pt x="7434250" y="106333"/>
                </a:lnTo>
                <a:lnTo>
                  <a:pt x="7530229" y="139007"/>
                </a:lnTo>
                <a:lnTo>
                  <a:pt x="7624669" y="175899"/>
                </a:lnTo>
                <a:lnTo>
                  <a:pt x="7717383" y="216934"/>
                </a:lnTo>
                <a:lnTo>
                  <a:pt x="7808189" y="262034"/>
                </a:lnTo>
                <a:lnTo>
                  <a:pt x="7896910" y="311110"/>
                </a:lnTo>
                <a:lnTo>
                  <a:pt x="7983371" y="364066"/>
                </a:lnTo>
                <a:lnTo>
                  <a:pt x="8067404" y="420796"/>
                </a:lnTo>
                <a:lnTo>
                  <a:pt x="8148841" y="481192"/>
                </a:lnTo>
                <a:lnTo>
                  <a:pt x="8227526" y="545133"/>
                </a:lnTo>
                <a:lnTo>
                  <a:pt x="8303303" y="612495"/>
                </a:lnTo>
                <a:lnTo>
                  <a:pt x="8376025" y="683146"/>
                </a:lnTo>
                <a:lnTo>
                  <a:pt x="8445546" y="756947"/>
                </a:lnTo>
                <a:lnTo>
                  <a:pt x="8511732" y="833753"/>
                </a:lnTo>
                <a:lnTo>
                  <a:pt x="8574453" y="913413"/>
                </a:lnTo>
                <a:lnTo>
                  <a:pt x="8633586" y="995772"/>
                </a:lnTo>
                <a:lnTo>
                  <a:pt x="8689016" y="1080669"/>
                </a:lnTo>
                <a:lnTo>
                  <a:pt x="8740632" y="1167936"/>
                </a:lnTo>
                <a:lnTo>
                  <a:pt x="8788335" y="1257402"/>
                </a:lnTo>
                <a:lnTo>
                  <a:pt x="8832031" y="1348893"/>
                </a:lnTo>
                <a:lnTo>
                  <a:pt x="8871632" y="1442228"/>
                </a:lnTo>
                <a:lnTo>
                  <a:pt x="8907065" y="1537225"/>
                </a:lnTo>
                <a:lnTo>
                  <a:pt x="8938256" y="1633697"/>
                </a:lnTo>
                <a:lnTo>
                  <a:pt x="8965145" y="1731455"/>
                </a:lnTo>
                <a:lnTo>
                  <a:pt x="8987681" y="1830308"/>
                </a:lnTo>
                <a:lnTo>
                  <a:pt x="9005819" y="1930062"/>
                </a:lnTo>
                <a:lnTo>
                  <a:pt x="9019523" y="2030521"/>
                </a:lnTo>
                <a:lnTo>
                  <a:pt x="9028766" y="2131488"/>
                </a:lnTo>
                <a:lnTo>
                  <a:pt x="9033531" y="2232765"/>
                </a:lnTo>
                <a:lnTo>
                  <a:pt x="9033808" y="2334154"/>
                </a:lnTo>
                <a:lnTo>
                  <a:pt x="9029594" y="2435456"/>
                </a:lnTo>
                <a:lnTo>
                  <a:pt x="9020901" y="2536472"/>
                </a:lnTo>
                <a:lnTo>
                  <a:pt x="9007743" y="2637004"/>
                </a:lnTo>
                <a:lnTo>
                  <a:pt x="8990151" y="2736855"/>
                </a:lnTo>
                <a:lnTo>
                  <a:pt x="8968154" y="2835829"/>
                </a:lnTo>
                <a:lnTo>
                  <a:pt x="8937009" y="2949737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4511" y="4618866"/>
            <a:ext cx="6734953" cy="40613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697271" y="3386708"/>
            <a:ext cx="6591300" cy="6900545"/>
          </a:xfrm>
          <a:custGeom>
            <a:avLst/>
            <a:gdLst/>
            <a:ahLst/>
            <a:cxnLst/>
            <a:rect l="l" t="t" r="r" b="b"/>
            <a:pathLst>
              <a:path w="6591300" h="6900545">
                <a:moveTo>
                  <a:pt x="6590716" y="2934805"/>
                </a:moveTo>
                <a:lnTo>
                  <a:pt x="5464594" y="2934805"/>
                </a:lnTo>
                <a:lnTo>
                  <a:pt x="6274930" y="2124189"/>
                </a:lnTo>
                <a:lnTo>
                  <a:pt x="6308331" y="2088730"/>
                </a:lnTo>
                <a:lnTo>
                  <a:pt x="6338951" y="2051672"/>
                </a:lnTo>
                <a:lnTo>
                  <a:pt x="6366777" y="2013165"/>
                </a:lnTo>
                <a:lnTo>
                  <a:pt x="6391834" y="1973338"/>
                </a:lnTo>
                <a:lnTo>
                  <a:pt x="6414097" y="1932330"/>
                </a:lnTo>
                <a:lnTo>
                  <a:pt x="6433579" y="1890280"/>
                </a:lnTo>
                <a:lnTo>
                  <a:pt x="6450279" y="1847329"/>
                </a:lnTo>
                <a:lnTo>
                  <a:pt x="6464198" y="1803603"/>
                </a:lnTo>
                <a:lnTo>
                  <a:pt x="6475336" y="1759254"/>
                </a:lnTo>
                <a:lnTo>
                  <a:pt x="6483680" y="1714423"/>
                </a:lnTo>
                <a:lnTo>
                  <a:pt x="6489255" y="1669237"/>
                </a:lnTo>
                <a:lnTo>
                  <a:pt x="6492037" y="1623822"/>
                </a:lnTo>
                <a:lnTo>
                  <a:pt x="6492037" y="1578343"/>
                </a:lnTo>
                <a:lnTo>
                  <a:pt x="6489255" y="1532928"/>
                </a:lnTo>
                <a:lnTo>
                  <a:pt x="6483680" y="1487703"/>
                </a:lnTo>
                <a:lnTo>
                  <a:pt x="6475336" y="1442821"/>
                </a:lnTo>
                <a:lnTo>
                  <a:pt x="6464198" y="1398422"/>
                </a:lnTo>
                <a:lnTo>
                  <a:pt x="6450279" y="1354632"/>
                </a:lnTo>
                <a:lnTo>
                  <a:pt x="6433579" y="1311592"/>
                </a:lnTo>
                <a:lnTo>
                  <a:pt x="6414097" y="1269441"/>
                </a:lnTo>
                <a:lnTo>
                  <a:pt x="6391834" y="1228318"/>
                </a:lnTo>
                <a:lnTo>
                  <a:pt x="6366777" y="1188364"/>
                </a:lnTo>
                <a:lnTo>
                  <a:pt x="6338951" y="1149718"/>
                </a:lnTo>
                <a:lnTo>
                  <a:pt x="6308331" y="1112507"/>
                </a:lnTo>
                <a:lnTo>
                  <a:pt x="6274930" y="1076883"/>
                </a:lnTo>
                <a:lnTo>
                  <a:pt x="6239472" y="1043482"/>
                </a:lnTo>
                <a:lnTo>
                  <a:pt x="6202426" y="1012863"/>
                </a:lnTo>
                <a:lnTo>
                  <a:pt x="6163919" y="985037"/>
                </a:lnTo>
                <a:lnTo>
                  <a:pt x="6124092" y="959980"/>
                </a:lnTo>
                <a:lnTo>
                  <a:pt x="6083084" y="937717"/>
                </a:lnTo>
                <a:lnTo>
                  <a:pt x="6041034" y="918235"/>
                </a:lnTo>
                <a:lnTo>
                  <a:pt x="5998083" y="901534"/>
                </a:lnTo>
                <a:lnTo>
                  <a:pt x="5954357" y="887615"/>
                </a:lnTo>
                <a:lnTo>
                  <a:pt x="5910008" y="876477"/>
                </a:lnTo>
                <a:lnTo>
                  <a:pt x="5865177" y="868133"/>
                </a:lnTo>
                <a:lnTo>
                  <a:pt x="5819978" y="862571"/>
                </a:lnTo>
                <a:lnTo>
                  <a:pt x="5774575" y="859777"/>
                </a:lnTo>
                <a:lnTo>
                  <a:pt x="5729097" y="859777"/>
                </a:lnTo>
                <a:lnTo>
                  <a:pt x="5683682" y="862571"/>
                </a:lnTo>
                <a:lnTo>
                  <a:pt x="5638457" y="868133"/>
                </a:lnTo>
                <a:lnTo>
                  <a:pt x="5593575" y="876477"/>
                </a:lnTo>
                <a:lnTo>
                  <a:pt x="5549176" y="887615"/>
                </a:lnTo>
                <a:lnTo>
                  <a:pt x="5505374" y="901534"/>
                </a:lnTo>
                <a:lnTo>
                  <a:pt x="5462346" y="918235"/>
                </a:lnTo>
                <a:lnTo>
                  <a:pt x="5420195" y="937717"/>
                </a:lnTo>
                <a:lnTo>
                  <a:pt x="5379072" y="959980"/>
                </a:lnTo>
                <a:lnTo>
                  <a:pt x="5339118" y="985037"/>
                </a:lnTo>
                <a:lnTo>
                  <a:pt x="5300472" y="1012863"/>
                </a:lnTo>
                <a:lnTo>
                  <a:pt x="5263261" y="1043482"/>
                </a:lnTo>
                <a:lnTo>
                  <a:pt x="5227625" y="1076883"/>
                </a:lnTo>
                <a:lnTo>
                  <a:pt x="4417009" y="1887791"/>
                </a:lnTo>
                <a:lnTo>
                  <a:pt x="4417009" y="741095"/>
                </a:lnTo>
                <a:lnTo>
                  <a:pt x="4415434" y="692315"/>
                </a:lnTo>
                <a:lnTo>
                  <a:pt x="4410773" y="644385"/>
                </a:lnTo>
                <a:lnTo>
                  <a:pt x="4403128" y="597408"/>
                </a:lnTo>
                <a:lnTo>
                  <a:pt x="4392600" y="551472"/>
                </a:lnTo>
                <a:lnTo>
                  <a:pt x="4379265" y="506679"/>
                </a:lnTo>
                <a:lnTo>
                  <a:pt x="4363250" y="463118"/>
                </a:lnTo>
                <a:lnTo>
                  <a:pt x="4344632" y="420903"/>
                </a:lnTo>
                <a:lnTo>
                  <a:pt x="4323512" y="380111"/>
                </a:lnTo>
                <a:lnTo>
                  <a:pt x="4299978" y="340855"/>
                </a:lnTo>
                <a:lnTo>
                  <a:pt x="4274147" y="303212"/>
                </a:lnTo>
                <a:lnTo>
                  <a:pt x="4246105" y="267309"/>
                </a:lnTo>
                <a:lnTo>
                  <a:pt x="4215955" y="233222"/>
                </a:lnTo>
                <a:lnTo>
                  <a:pt x="4183786" y="201053"/>
                </a:lnTo>
                <a:lnTo>
                  <a:pt x="4149699" y="170891"/>
                </a:lnTo>
                <a:lnTo>
                  <a:pt x="4113784" y="142849"/>
                </a:lnTo>
                <a:lnTo>
                  <a:pt x="4076154" y="117017"/>
                </a:lnTo>
                <a:lnTo>
                  <a:pt x="4036898" y="93497"/>
                </a:lnTo>
                <a:lnTo>
                  <a:pt x="3996105" y="72377"/>
                </a:lnTo>
                <a:lnTo>
                  <a:pt x="3953878" y="53759"/>
                </a:lnTo>
                <a:lnTo>
                  <a:pt x="3910330" y="37731"/>
                </a:lnTo>
                <a:lnTo>
                  <a:pt x="3865537" y="24409"/>
                </a:lnTo>
                <a:lnTo>
                  <a:pt x="3819588" y="13868"/>
                </a:lnTo>
                <a:lnTo>
                  <a:pt x="3772611" y="6223"/>
                </a:lnTo>
                <a:lnTo>
                  <a:pt x="3724681" y="1574"/>
                </a:lnTo>
                <a:lnTo>
                  <a:pt x="3675913" y="0"/>
                </a:lnTo>
                <a:lnTo>
                  <a:pt x="3627132" y="1574"/>
                </a:lnTo>
                <a:lnTo>
                  <a:pt x="3579203" y="6223"/>
                </a:lnTo>
                <a:lnTo>
                  <a:pt x="3532225" y="13868"/>
                </a:lnTo>
                <a:lnTo>
                  <a:pt x="3486289" y="24409"/>
                </a:lnTo>
                <a:lnTo>
                  <a:pt x="3441484" y="37731"/>
                </a:lnTo>
                <a:lnTo>
                  <a:pt x="3397935" y="53759"/>
                </a:lnTo>
                <a:lnTo>
                  <a:pt x="3355708" y="72377"/>
                </a:lnTo>
                <a:lnTo>
                  <a:pt x="3314916" y="93497"/>
                </a:lnTo>
                <a:lnTo>
                  <a:pt x="3275660" y="117017"/>
                </a:lnTo>
                <a:lnTo>
                  <a:pt x="3238030" y="142849"/>
                </a:lnTo>
                <a:lnTo>
                  <a:pt x="3202127" y="170891"/>
                </a:lnTo>
                <a:lnTo>
                  <a:pt x="3168027" y="201053"/>
                </a:lnTo>
                <a:lnTo>
                  <a:pt x="3135858" y="233222"/>
                </a:lnTo>
                <a:lnTo>
                  <a:pt x="3105708" y="267309"/>
                </a:lnTo>
                <a:lnTo>
                  <a:pt x="3077667" y="303212"/>
                </a:lnTo>
                <a:lnTo>
                  <a:pt x="3051835" y="340855"/>
                </a:lnTo>
                <a:lnTo>
                  <a:pt x="3028315" y="380111"/>
                </a:lnTo>
                <a:lnTo>
                  <a:pt x="3007195" y="420903"/>
                </a:lnTo>
                <a:lnTo>
                  <a:pt x="2988564" y="463118"/>
                </a:lnTo>
                <a:lnTo>
                  <a:pt x="2972549" y="506679"/>
                </a:lnTo>
                <a:lnTo>
                  <a:pt x="2959227" y="551472"/>
                </a:lnTo>
                <a:lnTo>
                  <a:pt x="2948686" y="597408"/>
                </a:lnTo>
                <a:lnTo>
                  <a:pt x="2941040" y="644385"/>
                </a:lnTo>
                <a:lnTo>
                  <a:pt x="2936379" y="692315"/>
                </a:lnTo>
                <a:lnTo>
                  <a:pt x="2934805" y="741095"/>
                </a:lnTo>
                <a:lnTo>
                  <a:pt x="2934805" y="1887791"/>
                </a:lnTo>
                <a:lnTo>
                  <a:pt x="2124189" y="1076883"/>
                </a:lnTo>
                <a:lnTo>
                  <a:pt x="2088730" y="1043482"/>
                </a:lnTo>
                <a:lnTo>
                  <a:pt x="2051672" y="1012863"/>
                </a:lnTo>
                <a:lnTo>
                  <a:pt x="2013165" y="985037"/>
                </a:lnTo>
                <a:lnTo>
                  <a:pt x="1973338" y="959980"/>
                </a:lnTo>
                <a:lnTo>
                  <a:pt x="1932330" y="937717"/>
                </a:lnTo>
                <a:lnTo>
                  <a:pt x="1890280" y="918235"/>
                </a:lnTo>
                <a:lnTo>
                  <a:pt x="1847329" y="901534"/>
                </a:lnTo>
                <a:lnTo>
                  <a:pt x="1803615" y="887615"/>
                </a:lnTo>
                <a:lnTo>
                  <a:pt x="1759267" y="876477"/>
                </a:lnTo>
                <a:lnTo>
                  <a:pt x="1714423" y="868133"/>
                </a:lnTo>
                <a:lnTo>
                  <a:pt x="1669237" y="862571"/>
                </a:lnTo>
                <a:lnTo>
                  <a:pt x="1623834" y="859777"/>
                </a:lnTo>
                <a:lnTo>
                  <a:pt x="1578343" y="859777"/>
                </a:lnTo>
                <a:lnTo>
                  <a:pt x="1532928" y="862571"/>
                </a:lnTo>
                <a:lnTo>
                  <a:pt x="1487716" y="868133"/>
                </a:lnTo>
                <a:lnTo>
                  <a:pt x="1442834" y="876477"/>
                </a:lnTo>
                <a:lnTo>
                  <a:pt x="1398422" y="887615"/>
                </a:lnTo>
                <a:lnTo>
                  <a:pt x="1354632" y="901534"/>
                </a:lnTo>
                <a:lnTo>
                  <a:pt x="1311592" y="918235"/>
                </a:lnTo>
                <a:lnTo>
                  <a:pt x="1269441" y="937717"/>
                </a:lnTo>
                <a:lnTo>
                  <a:pt x="1228331" y="959980"/>
                </a:lnTo>
                <a:lnTo>
                  <a:pt x="1188377" y="985037"/>
                </a:lnTo>
                <a:lnTo>
                  <a:pt x="1149718" y="1012863"/>
                </a:lnTo>
                <a:lnTo>
                  <a:pt x="1112507" y="1043482"/>
                </a:lnTo>
                <a:lnTo>
                  <a:pt x="1076883" y="1076883"/>
                </a:lnTo>
                <a:lnTo>
                  <a:pt x="1043482" y="1112507"/>
                </a:lnTo>
                <a:lnTo>
                  <a:pt x="1012863" y="1149718"/>
                </a:lnTo>
                <a:lnTo>
                  <a:pt x="985037" y="1188364"/>
                </a:lnTo>
                <a:lnTo>
                  <a:pt x="959980" y="1228318"/>
                </a:lnTo>
                <a:lnTo>
                  <a:pt x="937717" y="1269441"/>
                </a:lnTo>
                <a:lnTo>
                  <a:pt x="918235" y="1311592"/>
                </a:lnTo>
                <a:lnTo>
                  <a:pt x="901534" y="1354632"/>
                </a:lnTo>
                <a:lnTo>
                  <a:pt x="887615" y="1398422"/>
                </a:lnTo>
                <a:lnTo>
                  <a:pt x="876490" y="1442821"/>
                </a:lnTo>
                <a:lnTo>
                  <a:pt x="868133" y="1487703"/>
                </a:lnTo>
                <a:lnTo>
                  <a:pt x="862571" y="1532928"/>
                </a:lnTo>
                <a:lnTo>
                  <a:pt x="859790" y="1578343"/>
                </a:lnTo>
                <a:lnTo>
                  <a:pt x="859790" y="1623822"/>
                </a:lnTo>
                <a:lnTo>
                  <a:pt x="862571" y="1669237"/>
                </a:lnTo>
                <a:lnTo>
                  <a:pt x="868133" y="1714423"/>
                </a:lnTo>
                <a:lnTo>
                  <a:pt x="876490" y="1759254"/>
                </a:lnTo>
                <a:lnTo>
                  <a:pt x="887615" y="1803603"/>
                </a:lnTo>
                <a:lnTo>
                  <a:pt x="901534" y="1847329"/>
                </a:lnTo>
                <a:lnTo>
                  <a:pt x="918235" y="1890280"/>
                </a:lnTo>
                <a:lnTo>
                  <a:pt x="937717" y="1932330"/>
                </a:lnTo>
                <a:lnTo>
                  <a:pt x="959980" y="1973338"/>
                </a:lnTo>
                <a:lnTo>
                  <a:pt x="985037" y="2013165"/>
                </a:lnTo>
                <a:lnTo>
                  <a:pt x="1012863" y="2051672"/>
                </a:lnTo>
                <a:lnTo>
                  <a:pt x="1043482" y="2088730"/>
                </a:lnTo>
                <a:lnTo>
                  <a:pt x="1076883" y="2124189"/>
                </a:lnTo>
                <a:lnTo>
                  <a:pt x="1887207" y="2934805"/>
                </a:lnTo>
                <a:lnTo>
                  <a:pt x="741095" y="2934805"/>
                </a:lnTo>
                <a:lnTo>
                  <a:pt x="692315" y="2936379"/>
                </a:lnTo>
                <a:lnTo>
                  <a:pt x="644398" y="2941040"/>
                </a:lnTo>
                <a:lnTo>
                  <a:pt x="597408" y="2948686"/>
                </a:lnTo>
                <a:lnTo>
                  <a:pt x="551472" y="2959214"/>
                </a:lnTo>
                <a:lnTo>
                  <a:pt x="506679" y="2972549"/>
                </a:lnTo>
                <a:lnTo>
                  <a:pt x="463118" y="2988564"/>
                </a:lnTo>
                <a:lnTo>
                  <a:pt x="420903" y="3007182"/>
                </a:lnTo>
                <a:lnTo>
                  <a:pt x="380111" y="3028315"/>
                </a:lnTo>
                <a:lnTo>
                  <a:pt x="340855" y="3051835"/>
                </a:lnTo>
                <a:lnTo>
                  <a:pt x="303212" y="3077667"/>
                </a:lnTo>
                <a:lnTo>
                  <a:pt x="267309" y="3105708"/>
                </a:lnTo>
                <a:lnTo>
                  <a:pt x="233222" y="3135858"/>
                </a:lnTo>
                <a:lnTo>
                  <a:pt x="201053" y="3168027"/>
                </a:lnTo>
                <a:lnTo>
                  <a:pt x="170903" y="3202114"/>
                </a:lnTo>
                <a:lnTo>
                  <a:pt x="142862" y="3238030"/>
                </a:lnTo>
                <a:lnTo>
                  <a:pt x="117030" y="3275660"/>
                </a:lnTo>
                <a:lnTo>
                  <a:pt x="93497" y="3314916"/>
                </a:lnTo>
                <a:lnTo>
                  <a:pt x="72377" y="3355708"/>
                </a:lnTo>
                <a:lnTo>
                  <a:pt x="53759" y="3397935"/>
                </a:lnTo>
                <a:lnTo>
                  <a:pt x="37731" y="3441484"/>
                </a:lnTo>
                <a:lnTo>
                  <a:pt x="24409" y="3486289"/>
                </a:lnTo>
                <a:lnTo>
                  <a:pt x="13881" y="3532225"/>
                </a:lnTo>
                <a:lnTo>
                  <a:pt x="6235" y="3579203"/>
                </a:lnTo>
                <a:lnTo>
                  <a:pt x="1574" y="3627132"/>
                </a:lnTo>
                <a:lnTo>
                  <a:pt x="0" y="3675900"/>
                </a:lnTo>
                <a:lnTo>
                  <a:pt x="1574" y="3724681"/>
                </a:lnTo>
                <a:lnTo>
                  <a:pt x="6235" y="3772611"/>
                </a:lnTo>
                <a:lnTo>
                  <a:pt x="13881" y="3819588"/>
                </a:lnTo>
                <a:lnTo>
                  <a:pt x="24409" y="3865524"/>
                </a:lnTo>
                <a:lnTo>
                  <a:pt x="37731" y="3910330"/>
                </a:lnTo>
                <a:lnTo>
                  <a:pt x="53759" y="3953878"/>
                </a:lnTo>
                <a:lnTo>
                  <a:pt x="72377" y="3996105"/>
                </a:lnTo>
                <a:lnTo>
                  <a:pt x="93497" y="4036898"/>
                </a:lnTo>
                <a:lnTo>
                  <a:pt x="117030" y="4076154"/>
                </a:lnTo>
                <a:lnTo>
                  <a:pt x="142862" y="4113784"/>
                </a:lnTo>
                <a:lnTo>
                  <a:pt x="170903" y="4149699"/>
                </a:lnTo>
                <a:lnTo>
                  <a:pt x="201053" y="4183786"/>
                </a:lnTo>
                <a:lnTo>
                  <a:pt x="233222" y="4215955"/>
                </a:lnTo>
                <a:lnTo>
                  <a:pt x="267309" y="4246105"/>
                </a:lnTo>
                <a:lnTo>
                  <a:pt x="303212" y="4274147"/>
                </a:lnTo>
                <a:lnTo>
                  <a:pt x="340855" y="4299978"/>
                </a:lnTo>
                <a:lnTo>
                  <a:pt x="380111" y="4323499"/>
                </a:lnTo>
                <a:lnTo>
                  <a:pt x="420903" y="4344619"/>
                </a:lnTo>
                <a:lnTo>
                  <a:pt x="463118" y="4363250"/>
                </a:lnTo>
                <a:lnTo>
                  <a:pt x="506679" y="4379265"/>
                </a:lnTo>
                <a:lnTo>
                  <a:pt x="551472" y="4392600"/>
                </a:lnTo>
                <a:lnTo>
                  <a:pt x="597408" y="4403128"/>
                </a:lnTo>
                <a:lnTo>
                  <a:pt x="644398" y="4410773"/>
                </a:lnTo>
                <a:lnTo>
                  <a:pt x="692315" y="4415434"/>
                </a:lnTo>
                <a:lnTo>
                  <a:pt x="741095" y="4417009"/>
                </a:lnTo>
                <a:lnTo>
                  <a:pt x="1888693" y="4417009"/>
                </a:lnTo>
                <a:lnTo>
                  <a:pt x="1076883" y="5229110"/>
                </a:lnTo>
                <a:lnTo>
                  <a:pt x="1043482" y="5264569"/>
                </a:lnTo>
                <a:lnTo>
                  <a:pt x="1012863" y="5301615"/>
                </a:lnTo>
                <a:lnTo>
                  <a:pt x="985037" y="5340121"/>
                </a:lnTo>
                <a:lnTo>
                  <a:pt x="959980" y="5379948"/>
                </a:lnTo>
                <a:lnTo>
                  <a:pt x="937717" y="5420957"/>
                </a:lnTo>
                <a:lnTo>
                  <a:pt x="918235" y="5463006"/>
                </a:lnTo>
                <a:lnTo>
                  <a:pt x="901534" y="5505958"/>
                </a:lnTo>
                <a:lnTo>
                  <a:pt x="887615" y="5549684"/>
                </a:lnTo>
                <a:lnTo>
                  <a:pt x="876490" y="5594032"/>
                </a:lnTo>
                <a:lnTo>
                  <a:pt x="868133" y="5638863"/>
                </a:lnTo>
                <a:lnTo>
                  <a:pt x="862571" y="5684063"/>
                </a:lnTo>
                <a:lnTo>
                  <a:pt x="859790" y="5729465"/>
                </a:lnTo>
                <a:lnTo>
                  <a:pt x="859790" y="5774944"/>
                </a:lnTo>
                <a:lnTo>
                  <a:pt x="862571" y="5820359"/>
                </a:lnTo>
                <a:lnTo>
                  <a:pt x="868133" y="5865584"/>
                </a:lnTo>
                <a:lnTo>
                  <a:pt x="876490" y="5910465"/>
                </a:lnTo>
                <a:lnTo>
                  <a:pt x="887615" y="5954865"/>
                </a:lnTo>
                <a:lnTo>
                  <a:pt x="901534" y="5998654"/>
                </a:lnTo>
                <a:lnTo>
                  <a:pt x="918235" y="6041695"/>
                </a:lnTo>
                <a:lnTo>
                  <a:pt x="937717" y="6083846"/>
                </a:lnTo>
                <a:lnTo>
                  <a:pt x="959980" y="6124968"/>
                </a:lnTo>
                <a:lnTo>
                  <a:pt x="985037" y="6164923"/>
                </a:lnTo>
                <a:lnTo>
                  <a:pt x="1012863" y="6203569"/>
                </a:lnTo>
                <a:lnTo>
                  <a:pt x="1043482" y="6240780"/>
                </a:lnTo>
                <a:lnTo>
                  <a:pt x="1076883" y="6276403"/>
                </a:lnTo>
                <a:lnTo>
                  <a:pt x="1112342" y="6309639"/>
                </a:lnTo>
                <a:lnTo>
                  <a:pt x="1149388" y="6340094"/>
                </a:lnTo>
                <a:lnTo>
                  <a:pt x="1187907" y="6367793"/>
                </a:lnTo>
                <a:lnTo>
                  <a:pt x="1227734" y="6392710"/>
                </a:lnTo>
                <a:lnTo>
                  <a:pt x="1268730" y="6414871"/>
                </a:lnTo>
                <a:lnTo>
                  <a:pt x="1310779" y="6434252"/>
                </a:lnTo>
                <a:lnTo>
                  <a:pt x="1353743" y="6450863"/>
                </a:lnTo>
                <a:lnTo>
                  <a:pt x="1397457" y="6464706"/>
                </a:lnTo>
                <a:lnTo>
                  <a:pt x="1441805" y="6475781"/>
                </a:lnTo>
                <a:lnTo>
                  <a:pt x="1486649" y="6484099"/>
                </a:lnTo>
                <a:lnTo>
                  <a:pt x="1531835" y="6489636"/>
                </a:lnTo>
                <a:lnTo>
                  <a:pt x="1577238" y="6492405"/>
                </a:lnTo>
                <a:lnTo>
                  <a:pt x="1622717" y="6492405"/>
                </a:lnTo>
                <a:lnTo>
                  <a:pt x="1668145" y="6489636"/>
                </a:lnTo>
                <a:lnTo>
                  <a:pt x="1713357" y="6484099"/>
                </a:lnTo>
                <a:lnTo>
                  <a:pt x="1758238" y="6475781"/>
                </a:lnTo>
                <a:lnTo>
                  <a:pt x="1802650" y="6464706"/>
                </a:lnTo>
                <a:lnTo>
                  <a:pt x="1846440" y="6450863"/>
                </a:lnTo>
                <a:lnTo>
                  <a:pt x="1889480" y="6434252"/>
                </a:lnTo>
                <a:lnTo>
                  <a:pt x="1931619" y="6414871"/>
                </a:lnTo>
                <a:lnTo>
                  <a:pt x="1972741" y="6392710"/>
                </a:lnTo>
                <a:lnTo>
                  <a:pt x="2012696" y="6367793"/>
                </a:lnTo>
                <a:lnTo>
                  <a:pt x="2051354" y="6340094"/>
                </a:lnTo>
                <a:lnTo>
                  <a:pt x="2088553" y="6309639"/>
                </a:lnTo>
                <a:lnTo>
                  <a:pt x="2124189" y="6276403"/>
                </a:lnTo>
                <a:lnTo>
                  <a:pt x="2934805" y="5465508"/>
                </a:lnTo>
                <a:lnTo>
                  <a:pt x="2934805" y="6612191"/>
                </a:lnTo>
                <a:lnTo>
                  <a:pt x="2936379" y="6660972"/>
                </a:lnTo>
                <a:lnTo>
                  <a:pt x="2941040" y="6708902"/>
                </a:lnTo>
                <a:lnTo>
                  <a:pt x="2948686" y="6755879"/>
                </a:lnTo>
                <a:lnTo>
                  <a:pt x="2959227" y="6801815"/>
                </a:lnTo>
                <a:lnTo>
                  <a:pt x="2972549" y="6846621"/>
                </a:lnTo>
                <a:lnTo>
                  <a:pt x="2988564" y="6890169"/>
                </a:lnTo>
                <a:lnTo>
                  <a:pt x="2993034" y="6900304"/>
                </a:lnTo>
                <a:lnTo>
                  <a:pt x="4358513" y="6900304"/>
                </a:lnTo>
                <a:lnTo>
                  <a:pt x="4379265" y="6846049"/>
                </a:lnTo>
                <a:lnTo>
                  <a:pt x="4392600" y="6801320"/>
                </a:lnTo>
                <a:lnTo>
                  <a:pt x="4403128" y="6755473"/>
                </a:lnTo>
                <a:lnTo>
                  <a:pt x="4410773" y="6708597"/>
                </a:lnTo>
                <a:lnTo>
                  <a:pt x="4415434" y="6660807"/>
                </a:lnTo>
                <a:lnTo>
                  <a:pt x="4417009" y="6612191"/>
                </a:lnTo>
                <a:lnTo>
                  <a:pt x="4417009" y="5465496"/>
                </a:lnTo>
                <a:lnTo>
                  <a:pt x="5227637" y="6276403"/>
                </a:lnTo>
                <a:lnTo>
                  <a:pt x="5263083" y="6309804"/>
                </a:lnTo>
                <a:lnTo>
                  <a:pt x="5300142" y="6340424"/>
                </a:lnTo>
                <a:lnTo>
                  <a:pt x="5338648" y="6368262"/>
                </a:lnTo>
                <a:lnTo>
                  <a:pt x="5378475" y="6393307"/>
                </a:lnTo>
                <a:lnTo>
                  <a:pt x="5419483" y="6415570"/>
                </a:lnTo>
                <a:lnTo>
                  <a:pt x="5461533" y="6435064"/>
                </a:lnTo>
                <a:lnTo>
                  <a:pt x="5504485" y="6451765"/>
                </a:lnTo>
                <a:lnTo>
                  <a:pt x="5548211" y="6465671"/>
                </a:lnTo>
                <a:lnTo>
                  <a:pt x="5592559" y="6476809"/>
                </a:lnTo>
                <a:lnTo>
                  <a:pt x="5637390" y="6485153"/>
                </a:lnTo>
                <a:lnTo>
                  <a:pt x="5682577" y="6490729"/>
                </a:lnTo>
                <a:lnTo>
                  <a:pt x="5727992" y="6493510"/>
                </a:lnTo>
                <a:lnTo>
                  <a:pt x="5773471" y="6493510"/>
                </a:lnTo>
                <a:lnTo>
                  <a:pt x="5818886" y="6490729"/>
                </a:lnTo>
                <a:lnTo>
                  <a:pt x="5864110" y="6485153"/>
                </a:lnTo>
                <a:lnTo>
                  <a:pt x="5908992" y="6476809"/>
                </a:lnTo>
                <a:lnTo>
                  <a:pt x="5953391" y="6465671"/>
                </a:lnTo>
                <a:lnTo>
                  <a:pt x="5997181" y="6451765"/>
                </a:lnTo>
                <a:lnTo>
                  <a:pt x="6040221" y="6435064"/>
                </a:lnTo>
                <a:lnTo>
                  <a:pt x="6082373" y="6415570"/>
                </a:lnTo>
                <a:lnTo>
                  <a:pt x="6123495" y="6393307"/>
                </a:lnTo>
                <a:lnTo>
                  <a:pt x="6163449" y="6368262"/>
                </a:lnTo>
                <a:lnTo>
                  <a:pt x="6202096" y="6340424"/>
                </a:lnTo>
                <a:lnTo>
                  <a:pt x="6239307" y="6309804"/>
                </a:lnTo>
                <a:lnTo>
                  <a:pt x="6274930" y="6276403"/>
                </a:lnTo>
                <a:lnTo>
                  <a:pt x="6308331" y="6240958"/>
                </a:lnTo>
                <a:lnTo>
                  <a:pt x="6338951" y="6203899"/>
                </a:lnTo>
                <a:lnTo>
                  <a:pt x="6366777" y="6165393"/>
                </a:lnTo>
                <a:lnTo>
                  <a:pt x="6391834" y="6125565"/>
                </a:lnTo>
                <a:lnTo>
                  <a:pt x="6414097" y="6084557"/>
                </a:lnTo>
                <a:lnTo>
                  <a:pt x="6433579" y="6042507"/>
                </a:lnTo>
                <a:lnTo>
                  <a:pt x="6450279" y="5999556"/>
                </a:lnTo>
                <a:lnTo>
                  <a:pt x="6464198" y="5955830"/>
                </a:lnTo>
                <a:lnTo>
                  <a:pt x="6475336" y="5911481"/>
                </a:lnTo>
                <a:lnTo>
                  <a:pt x="6483680" y="5866650"/>
                </a:lnTo>
                <a:lnTo>
                  <a:pt x="6489255" y="5821451"/>
                </a:lnTo>
                <a:lnTo>
                  <a:pt x="6492037" y="5776049"/>
                </a:lnTo>
                <a:lnTo>
                  <a:pt x="6492037" y="5730570"/>
                </a:lnTo>
                <a:lnTo>
                  <a:pt x="6489255" y="5685155"/>
                </a:lnTo>
                <a:lnTo>
                  <a:pt x="6483680" y="5639930"/>
                </a:lnTo>
                <a:lnTo>
                  <a:pt x="6475336" y="5595048"/>
                </a:lnTo>
                <a:lnTo>
                  <a:pt x="6464198" y="5550649"/>
                </a:lnTo>
                <a:lnTo>
                  <a:pt x="6450279" y="5506859"/>
                </a:lnTo>
                <a:lnTo>
                  <a:pt x="6433579" y="5463819"/>
                </a:lnTo>
                <a:lnTo>
                  <a:pt x="6414097" y="5421668"/>
                </a:lnTo>
                <a:lnTo>
                  <a:pt x="6391834" y="5380545"/>
                </a:lnTo>
                <a:lnTo>
                  <a:pt x="6366777" y="5340591"/>
                </a:lnTo>
                <a:lnTo>
                  <a:pt x="6338951" y="5301945"/>
                </a:lnTo>
                <a:lnTo>
                  <a:pt x="6308331" y="5264734"/>
                </a:lnTo>
                <a:lnTo>
                  <a:pt x="6274930" y="5229110"/>
                </a:lnTo>
                <a:lnTo>
                  <a:pt x="5463108" y="4417009"/>
                </a:lnTo>
                <a:lnTo>
                  <a:pt x="6590716" y="4417009"/>
                </a:lnTo>
                <a:lnTo>
                  <a:pt x="6590716" y="2934805"/>
                </a:lnTo>
                <a:close/>
              </a:path>
            </a:pathLst>
          </a:custGeom>
          <a:solidFill>
            <a:srgbClr val="CF030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6979" y="1638806"/>
            <a:ext cx="7795360" cy="64167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345657" y="1671796"/>
            <a:ext cx="1626235" cy="824230"/>
          </a:xfrm>
          <a:custGeom>
            <a:avLst/>
            <a:gdLst/>
            <a:ahLst/>
            <a:cxnLst/>
            <a:rect l="l" t="t" r="r" b="b"/>
            <a:pathLst>
              <a:path w="1626235" h="824230">
                <a:moveTo>
                  <a:pt x="1214450" y="824186"/>
                </a:moveTo>
                <a:lnTo>
                  <a:pt x="1168919" y="821729"/>
                </a:lnTo>
                <a:lnTo>
                  <a:pt x="1123934" y="814256"/>
                </a:lnTo>
                <a:lnTo>
                  <a:pt x="1080049" y="801858"/>
                </a:lnTo>
                <a:lnTo>
                  <a:pt x="1037808" y="784689"/>
                </a:lnTo>
                <a:lnTo>
                  <a:pt x="997721" y="762958"/>
                </a:lnTo>
                <a:lnTo>
                  <a:pt x="960278" y="736929"/>
                </a:lnTo>
                <a:lnTo>
                  <a:pt x="925939" y="706923"/>
                </a:lnTo>
                <a:lnTo>
                  <a:pt x="895129" y="673309"/>
                </a:lnTo>
                <a:lnTo>
                  <a:pt x="868221" y="636497"/>
                </a:lnTo>
                <a:lnTo>
                  <a:pt x="842442" y="590788"/>
                </a:lnTo>
                <a:lnTo>
                  <a:pt x="837960" y="585911"/>
                </a:lnTo>
                <a:lnTo>
                  <a:pt x="826234" y="578695"/>
                </a:lnTo>
                <a:lnTo>
                  <a:pt x="819861" y="576890"/>
                </a:lnTo>
                <a:lnTo>
                  <a:pt x="806093" y="576890"/>
                </a:lnTo>
                <a:lnTo>
                  <a:pt x="799720" y="578695"/>
                </a:lnTo>
                <a:lnTo>
                  <a:pt x="787994" y="585911"/>
                </a:lnTo>
                <a:lnTo>
                  <a:pt x="783512" y="590788"/>
                </a:lnTo>
                <a:lnTo>
                  <a:pt x="775113" y="607134"/>
                </a:lnTo>
                <a:lnTo>
                  <a:pt x="769538" y="617174"/>
                </a:lnTo>
                <a:lnTo>
                  <a:pt x="744494" y="655679"/>
                </a:lnTo>
                <a:lnTo>
                  <a:pt x="715321" y="691158"/>
                </a:lnTo>
                <a:lnTo>
                  <a:pt x="682381" y="723170"/>
                </a:lnTo>
                <a:lnTo>
                  <a:pt x="646083" y="751318"/>
                </a:lnTo>
                <a:lnTo>
                  <a:pt x="606878" y="775251"/>
                </a:lnTo>
                <a:lnTo>
                  <a:pt x="565253" y="794672"/>
                </a:lnTo>
                <a:lnTo>
                  <a:pt x="521725" y="809340"/>
                </a:lnTo>
                <a:lnTo>
                  <a:pt x="476835" y="819073"/>
                </a:lnTo>
                <a:lnTo>
                  <a:pt x="431141" y="823750"/>
                </a:lnTo>
                <a:lnTo>
                  <a:pt x="408170" y="824171"/>
                </a:lnTo>
                <a:lnTo>
                  <a:pt x="396680" y="823902"/>
                </a:lnTo>
                <a:lnTo>
                  <a:pt x="350946" y="819628"/>
                </a:lnTo>
                <a:lnTo>
                  <a:pt x="305972" y="810291"/>
                </a:lnTo>
                <a:lnTo>
                  <a:pt x="262317" y="796008"/>
                </a:lnTo>
                <a:lnTo>
                  <a:pt x="220522" y="776954"/>
                </a:lnTo>
                <a:lnTo>
                  <a:pt x="181107" y="753368"/>
                </a:lnTo>
                <a:lnTo>
                  <a:pt x="144563" y="725542"/>
                </a:lnTo>
                <a:lnTo>
                  <a:pt x="111341" y="693822"/>
                </a:lnTo>
                <a:lnTo>
                  <a:pt x="81857" y="658601"/>
                </a:lnTo>
                <a:lnTo>
                  <a:pt x="56475" y="620318"/>
                </a:lnTo>
                <a:lnTo>
                  <a:pt x="35511" y="579448"/>
                </a:lnTo>
                <a:lnTo>
                  <a:pt x="19226" y="536499"/>
                </a:lnTo>
                <a:lnTo>
                  <a:pt x="7821" y="492005"/>
                </a:lnTo>
                <a:lnTo>
                  <a:pt x="1439" y="446518"/>
                </a:lnTo>
                <a:lnTo>
                  <a:pt x="0" y="412095"/>
                </a:lnTo>
                <a:lnTo>
                  <a:pt x="159" y="400603"/>
                </a:lnTo>
                <a:lnTo>
                  <a:pt x="3997" y="354830"/>
                </a:lnTo>
                <a:lnTo>
                  <a:pt x="12905" y="309770"/>
                </a:lnTo>
                <a:lnTo>
                  <a:pt x="26772" y="265980"/>
                </a:lnTo>
                <a:lnTo>
                  <a:pt x="45427" y="224006"/>
                </a:lnTo>
                <a:lnTo>
                  <a:pt x="68637" y="184368"/>
                </a:lnTo>
                <a:lnTo>
                  <a:pt x="96114" y="147560"/>
                </a:lnTo>
                <a:lnTo>
                  <a:pt x="127516" y="114038"/>
                </a:lnTo>
                <a:lnTo>
                  <a:pt x="162454" y="84219"/>
                </a:lnTo>
                <a:lnTo>
                  <a:pt x="200493" y="58474"/>
                </a:lnTo>
                <a:lnTo>
                  <a:pt x="241162" y="37122"/>
                </a:lnTo>
                <a:lnTo>
                  <a:pt x="283954" y="20428"/>
                </a:lnTo>
                <a:lnTo>
                  <a:pt x="328338" y="8601"/>
                </a:lnTo>
                <a:lnTo>
                  <a:pt x="373762" y="1786"/>
                </a:lnTo>
                <a:lnTo>
                  <a:pt x="408170" y="18"/>
                </a:lnTo>
                <a:lnTo>
                  <a:pt x="419663" y="69"/>
                </a:lnTo>
                <a:lnTo>
                  <a:pt x="465469" y="3470"/>
                </a:lnTo>
                <a:lnTo>
                  <a:pt x="510613" y="11949"/>
                </a:lnTo>
                <a:lnTo>
                  <a:pt x="554533" y="25398"/>
                </a:lnTo>
                <a:lnTo>
                  <a:pt x="596683" y="43652"/>
                </a:lnTo>
                <a:lnTo>
                  <a:pt x="636539" y="66483"/>
                </a:lnTo>
                <a:lnTo>
                  <a:pt x="673608" y="93608"/>
                </a:lnTo>
                <a:lnTo>
                  <a:pt x="707427" y="124690"/>
                </a:lnTo>
                <a:lnTo>
                  <a:pt x="737577" y="159342"/>
                </a:lnTo>
                <a:lnTo>
                  <a:pt x="763684" y="197135"/>
                </a:lnTo>
                <a:lnTo>
                  <a:pt x="783512" y="233401"/>
                </a:lnTo>
                <a:lnTo>
                  <a:pt x="787994" y="238278"/>
                </a:lnTo>
                <a:lnTo>
                  <a:pt x="799719" y="245495"/>
                </a:lnTo>
                <a:lnTo>
                  <a:pt x="806093" y="247299"/>
                </a:lnTo>
                <a:lnTo>
                  <a:pt x="819861" y="247299"/>
                </a:lnTo>
                <a:lnTo>
                  <a:pt x="826234" y="245495"/>
                </a:lnTo>
                <a:lnTo>
                  <a:pt x="837959" y="238278"/>
                </a:lnTo>
                <a:lnTo>
                  <a:pt x="842441" y="233401"/>
                </a:lnTo>
                <a:lnTo>
                  <a:pt x="852125" y="214678"/>
                </a:lnTo>
                <a:lnTo>
                  <a:pt x="859128" y="202350"/>
                </a:lnTo>
                <a:lnTo>
                  <a:pt x="882644" y="166886"/>
                </a:lnTo>
                <a:lnTo>
                  <a:pt x="909681" y="134049"/>
                </a:lnTo>
                <a:lnTo>
                  <a:pt x="939959" y="104174"/>
                </a:lnTo>
                <a:lnTo>
                  <a:pt x="973169" y="77570"/>
                </a:lnTo>
                <a:lnTo>
                  <a:pt x="1008947" y="54535"/>
                </a:lnTo>
                <a:lnTo>
                  <a:pt x="1046895" y="35319"/>
                </a:lnTo>
                <a:lnTo>
                  <a:pt x="1086621" y="20117"/>
                </a:lnTo>
                <a:lnTo>
                  <a:pt x="1127719" y="9089"/>
                </a:lnTo>
                <a:lnTo>
                  <a:pt x="1169736" y="2359"/>
                </a:lnTo>
                <a:lnTo>
                  <a:pt x="1212206" y="0"/>
                </a:lnTo>
                <a:lnTo>
                  <a:pt x="1221332" y="64"/>
                </a:lnTo>
                <a:lnTo>
                  <a:pt x="1266807" y="3412"/>
                </a:lnTo>
                <a:lnTo>
                  <a:pt x="1311633" y="11763"/>
                </a:lnTo>
                <a:lnTo>
                  <a:pt x="1355266" y="25018"/>
                </a:lnTo>
                <a:lnTo>
                  <a:pt x="1397168" y="43012"/>
                </a:lnTo>
                <a:lnTo>
                  <a:pt x="1436821" y="65523"/>
                </a:lnTo>
                <a:lnTo>
                  <a:pt x="1473744" y="92277"/>
                </a:lnTo>
                <a:lnTo>
                  <a:pt x="1507489" y="122950"/>
                </a:lnTo>
                <a:lnTo>
                  <a:pt x="1537639" y="157163"/>
                </a:lnTo>
                <a:lnTo>
                  <a:pt x="1563821" y="194495"/>
                </a:lnTo>
                <a:lnTo>
                  <a:pt x="1585718" y="234490"/>
                </a:lnTo>
                <a:lnTo>
                  <a:pt x="1603064" y="276664"/>
                </a:lnTo>
                <a:lnTo>
                  <a:pt x="1615644" y="320497"/>
                </a:lnTo>
                <a:lnTo>
                  <a:pt x="1623304" y="365446"/>
                </a:lnTo>
                <a:lnTo>
                  <a:pt x="1625951" y="410967"/>
                </a:lnTo>
                <a:lnTo>
                  <a:pt x="1625875" y="420093"/>
                </a:lnTo>
                <a:lnTo>
                  <a:pt x="1622468" y="465568"/>
                </a:lnTo>
                <a:lnTo>
                  <a:pt x="1614059" y="510383"/>
                </a:lnTo>
                <a:lnTo>
                  <a:pt x="1600750" y="553995"/>
                </a:lnTo>
                <a:lnTo>
                  <a:pt x="1582702" y="595874"/>
                </a:lnTo>
                <a:lnTo>
                  <a:pt x="1560138" y="635502"/>
                </a:lnTo>
                <a:lnTo>
                  <a:pt x="1533336" y="672391"/>
                </a:lnTo>
                <a:lnTo>
                  <a:pt x="1502623" y="706093"/>
                </a:lnTo>
                <a:lnTo>
                  <a:pt x="1468371" y="736198"/>
                </a:lnTo>
                <a:lnTo>
                  <a:pt x="1431002" y="762335"/>
                </a:lnTo>
                <a:lnTo>
                  <a:pt x="1390979" y="784181"/>
                </a:lnTo>
                <a:lnTo>
                  <a:pt x="1348787" y="801471"/>
                </a:lnTo>
                <a:lnTo>
                  <a:pt x="1304938" y="813995"/>
                </a:lnTo>
                <a:lnTo>
                  <a:pt x="1259974" y="821598"/>
                </a:lnTo>
                <a:lnTo>
                  <a:pt x="1223572" y="824072"/>
                </a:lnTo>
                <a:lnTo>
                  <a:pt x="1214450" y="824186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31228" y="8960828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347401" y="590549"/>
                </a:moveTo>
                <a:lnTo>
                  <a:pt x="247464" y="590549"/>
                </a:lnTo>
                <a:lnTo>
                  <a:pt x="203415" y="579703"/>
                </a:lnTo>
                <a:lnTo>
                  <a:pt x="160738" y="561669"/>
                </a:lnTo>
                <a:lnTo>
                  <a:pt x="121766" y="537482"/>
                </a:lnTo>
                <a:lnTo>
                  <a:pt x="87110" y="507755"/>
                </a:lnTo>
                <a:lnTo>
                  <a:pt x="57382" y="473099"/>
                </a:lnTo>
                <a:lnTo>
                  <a:pt x="33196" y="434126"/>
                </a:lnTo>
                <a:lnTo>
                  <a:pt x="15161" y="391450"/>
                </a:lnTo>
                <a:lnTo>
                  <a:pt x="3892" y="345681"/>
                </a:lnTo>
                <a:lnTo>
                  <a:pt x="0" y="297432"/>
                </a:lnTo>
                <a:lnTo>
                  <a:pt x="3892" y="249183"/>
                </a:lnTo>
                <a:lnTo>
                  <a:pt x="15161" y="203415"/>
                </a:lnTo>
                <a:lnTo>
                  <a:pt x="33196" y="160738"/>
                </a:lnTo>
                <a:lnTo>
                  <a:pt x="57382" y="121766"/>
                </a:lnTo>
                <a:lnTo>
                  <a:pt x="87110" y="87110"/>
                </a:lnTo>
                <a:lnTo>
                  <a:pt x="121766" y="57382"/>
                </a:lnTo>
                <a:lnTo>
                  <a:pt x="160738" y="33195"/>
                </a:lnTo>
                <a:lnTo>
                  <a:pt x="203415" y="15161"/>
                </a:lnTo>
                <a:lnTo>
                  <a:pt x="249184" y="3892"/>
                </a:lnTo>
                <a:lnTo>
                  <a:pt x="297432" y="0"/>
                </a:lnTo>
                <a:lnTo>
                  <a:pt x="345681" y="3892"/>
                </a:lnTo>
                <a:lnTo>
                  <a:pt x="391450" y="15161"/>
                </a:lnTo>
                <a:lnTo>
                  <a:pt x="434127" y="33195"/>
                </a:lnTo>
                <a:lnTo>
                  <a:pt x="473099" y="57382"/>
                </a:lnTo>
                <a:lnTo>
                  <a:pt x="507755" y="87110"/>
                </a:lnTo>
                <a:lnTo>
                  <a:pt x="537482" y="121766"/>
                </a:lnTo>
                <a:lnTo>
                  <a:pt x="544027" y="132312"/>
                </a:lnTo>
                <a:lnTo>
                  <a:pt x="297432" y="132312"/>
                </a:lnTo>
                <a:lnTo>
                  <a:pt x="253562" y="138215"/>
                </a:lnTo>
                <a:lnTo>
                  <a:pt x="214125" y="154871"/>
                </a:lnTo>
                <a:lnTo>
                  <a:pt x="180701" y="180701"/>
                </a:lnTo>
                <a:lnTo>
                  <a:pt x="154871" y="214125"/>
                </a:lnTo>
                <a:lnTo>
                  <a:pt x="138215" y="253562"/>
                </a:lnTo>
                <a:lnTo>
                  <a:pt x="132312" y="297432"/>
                </a:lnTo>
                <a:lnTo>
                  <a:pt x="138207" y="341303"/>
                </a:lnTo>
                <a:lnTo>
                  <a:pt x="154845" y="380740"/>
                </a:lnTo>
                <a:lnTo>
                  <a:pt x="180656" y="414163"/>
                </a:lnTo>
                <a:lnTo>
                  <a:pt x="214072" y="439993"/>
                </a:lnTo>
                <a:lnTo>
                  <a:pt x="253520" y="456650"/>
                </a:lnTo>
                <a:lnTo>
                  <a:pt x="297432" y="462553"/>
                </a:lnTo>
                <a:lnTo>
                  <a:pt x="544027" y="462553"/>
                </a:lnTo>
                <a:lnTo>
                  <a:pt x="537482" y="473099"/>
                </a:lnTo>
                <a:lnTo>
                  <a:pt x="507755" y="507755"/>
                </a:lnTo>
                <a:lnTo>
                  <a:pt x="473099" y="537482"/>
                </a:lnTo>
                <a:lnTo>
                  <a:pt x="434127" y="561669"/>
                </a:lnTo>
                <a:lnTo>
                  <a:pt x="391450" y="579703"/>
                </a:lnTo>
                <a:lnTo>
                  <a:pt x="347401" y="590549"/>
                </a:lnTo>
                <a:close/>
              </a:path>
              <a:path w="590550" h="590550">
                <a:moveTo>
                  <a:pt x="544027" y="462553"/>
                </a:moveTo>
                <a:lnTo>
                  <a:pt x="297432" y="462553"/>
                </a:lnTo>
                <a:lnTo>
                  <a:pt x="341345" y="456650"/>
                </a:lnTo>
                <a:lnTo>
                  <a:pt x="380793" y="439993"/>
                </a:lnTo>
                <a:lnTo>
                  <a:pt x="414208" y="414163"/>
                </a:lnTo>
                <a:lnTo>
                  <a:pt x="440020" y="380740"/>
                </a:lnTo>
                <a:lnTo>
                  <a:pt x="456658" y="341303"/>
                </a:lnTo>
                <a:lnTo>
                  <a:pt x="462553" y="297432"/>
                </a:lnTo>
                <a:lnTo>
                  <a:pt x="456650" y="253562"/>
                </a:lnTo>
                <a:lnTo>
                  <a:pt x="439993" y="214125"/>
                </a:lnTo>
                <a:lnTo>
                  <a:pt x="414164" y="180701"/>
                </a:lnTo>
                <a:lnTo>
                  <a:pt x="380740" y="154871"/>
                </a:lnTo>
                <a:lnTo>
                  <a:pt x="341303" y="138215"/>
                </a:lnTo>
                <a:lnTo>
                  <a:pt x="297432" y="132312"/>
                </a:lnTo>
                <a:lnTo>
                  <a:pt x="544027" y="132312"/>
                </a:lnTo>
                <a:lnTo>
                  <a:pt x="561669" y="160738"/>
                </a:lnTo>
                <a:lnTo>
                  <a:pt x="579704" y="203415"/>
                </a:lnTo>
                <a:lnTo>
                  <a:pt x="590550" y="247464"/>
                </a:lnTo>
                <a:lnTo>
                  <a:pt x="590550" y="347401"/>
                </a:lnTo>
                <a:lnTo>
                  <a:pt x="579704" y="391450"/>
                </a:lnTo>
                <a:lnTo>
                  <a:pt x="561669" y="434126"/>
                </a:lnTo>
                <a:lnTo>
                  <a:pt x="544027" y="462553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5086975" y="0"/>
            <a:ext cx="1386840" cy="694055"/>
          </a:xfrm>
          <a:custGeom>
            <a:avLst/>
            <a:gdLst/>
            <a:ahLst/>
            <a:cxnLst/>
            <a:rect l="l" t="t" r="r" b="b"/>
            <a:pathLst>
              <a:path w="1386840" h="694055">
                <a:moveTo>
                  <a:pt x="1386819" y="146203"/>
                </a:moveTo>
                <a:lnTo>
                  <a:pt x="0" y="146203"/>
                </a:lnTo>
                <a:lnTo>
                  <a:pt x="0" y="0"/>
                </a:lnTo>
                <a:lnTo>
                  <a:pt x="1386819" y="0"/>
                </a:lnTo>
                <a:lnTo>
                  <a:pt x="1386819" y="146203"/>
                </a:lnTo>
                <a:close/>
              </a:path>
              <a:path w="1386840" h="694055">
                <a:moveTo>
                  <a:pt x="306261" y="593779"/>
                </a:moveTo>
                <a:lnTo>
                  <a:pt x="99919" y="387437"/>
                </a:lnTo>
                <a:lnTo>
                  <a:pt x="340995" y="146203"/>
                </a:lnTo>
                <a:lnTo>
                  <a:pt x="1045824" y="146203"/>
                </a:lnTo>
                <a:lnTo>
                  <a:pt x="1252188" y="352704"/>
                </a:lnTo>
                <a:lnTo>
                  <a:pt x="547495" y="352704"/>
                </a:lnTo>
                <a:lnTo>
                  <a:pt x="306261" y="593779"/>
                </a:lnTo>
                <a:close/>
              </a:path>
              <a:path w="1386840" h="694055">
                <a:moveTo>
                  <a:pt x="839323" y="693699"/>
                </a:moveTo>
                <a:lnTo>
                  <a:pt x="547495" y="693699"/>
                </a:lnTo>
                <a:lnTo>
                  <a:pt x="547495" y="352704"/>
                </a:lnTo>
                <a:lnTo>
                  <a:pt x="839323" y="352704"/>
                </a:lnTo>
                <a:lnTo>
                  <a:pt x="839323" y="693699"/>
                </a:lnTo>
                <a:close/>
              </a:path>
              <a:path w="1386840" h="694055">
                <a:moveTo>
                  <a:pt x="1080558" y="593779"/>
                </a:moveTo>
                <a:lnTo>
                  <a:pt x="839323" y="352704"/>
                </a:lnTo>
                <a:lnTo>
                  <a:pt x="1252188" y="352704"/>
                </a:lnTo>
                <a:lnTo>
                  <a:pt x="1286899" y="387437"/>
                </a:lnTo>
                <a:lnTo>
                  <a:pt x="1080558" y="593779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914456"/>
            <a:ext cx="2095500" cy="8373109"/>
          </a:xfrm>
          <a:custGeom>
            <a:avLst/>
            <a:gdLst/>
            <a:ahLst/>
            <a:cxnLst/>
            <a:rect l="l" t="t" r="r" b="b"/>
            <a:pathLst>
              <a:path w="2095500" h="8373109">
                <a:moveTo>
                  <a:pt x="2044699" y="6220953"/>
                </a:moveTo>
                <a:lnTo>
                  <a:pt x="2044699" y="7264998"/>
                </a:lnTo>
                <a:lnTo>
                  <a:pt x="2019299" y="7326903"/>
                </a:lnTo>
                <a:lnTo>
                  <a:pt x="2019299" y="7357684"/>
                </a:lnTo>
                <a:lnTo>
                  <a:pt x="1993899" y="7418889"/>
                </a:lnTo>
                <a:lnTo>
                  <a:pt x="1993899" y="7449291"/>
                </a:lnTo>
                <a:lnTo>
                  <a:pt x="1904999" y="7657922"/>
                </a:lnTo>
                <a:lnTo>
                  <a:pt x="1828799" y="7829842"/>
                </a:lnTo>
                <a:lnTo>
                  <a:pt x="1803399" y="7857788"/>
                </a:lnTo>
                <a:lnTo>
                  <a:pt x="1765299" y="7940287"/>
                </a:lnTo>
                <a:lnTo>
                  <a:pt x="1739899" y="7967330"/>
                </a:lnTo>
                <a:lnTo>
                  <a:pt x="1714499" y="8020689"/>
                </a:lnTo>
                <a:lnTo>
                  <a:pt x="1689099" y="8046994"/>
                </a:lnTo>
                <a:lnTo>
                  <a:pt x="1676399" y="8073049"/>
                </a:lnTo>
                <a:lnTo>
                  <a:pt x="1650999" y="8098845"/>
                </a:lnTo>
                <a:lnTo>
                  <a:pt x="1638299" y="8124372"/>
                </a:lnTo>
                <a:lnTo>
                  <a:pt x="1612899" y="8149629"/>
                </a:lnTo>
                <a:lnTo>
                  <a:pt x="1600199" y="8174616"/>
                </a:lnTo>
                <a:lnTo>
                  <a:pt x="1574799" y="8199325"/>
                </a:lnTo>
                <a:lnTo>
                  <a:pt x="1549399" y="8223744"/>
                </a:lnTo>
                <a:lnTo>
                  <a:pt x="1536699" y="8247874"/>
                </a:lnTo>
                <a:lnTo>
                  <a:pt x="1511299" y="8271716"/>
                </a:lnTo>
                <a:lnTo>
                  <a:pt x="1485899" y="8295259"/>
                </a:lnTo>
                <a:lnTo>
                  <a:pt x="1473199" y="8318495"/>
                </a:lnTo>
                <a:lnTo>
                  <a:pt x="1447799" y="8341424"/>
                </a:lnTo>
                <a:lnTo>
                  <a:pt x="1422399" y="8364045"/>
                </a:lnTo>
                <a:lnTo>
                  <a:pt x="1409699" y="8372543"/>
                </a:lnTo>
                <a:lnTo>
                  <a:pt x="0" y="8372543"/>
                </a:lnTo>
                <a:lnTo>
                  <a:pt x="0" y="0"/>
                </a:lnTo>
                <a:lnTo>
                  <a:pt x="12699" y="1188"/>
                </a:lnTo>
                <a:lnTo>
                  <a:pt x="38099" y="3501"/>
                </a:lnTo>
                <a:lnTo>
                  <a:pt x="88899" y="8966"/>
                </a:lnTo>
                <a:lnTo>
                  <a:pt x="139699" y="15544"/>
                </a:lnTo>
                <a:lnTo>
                  <a:pt x="190499" y="23235"/>
                </a:lnTo>
                <a:lnTo>
                  <a:pt x="203199" y="27495"/>
                </a:lnTo>
                <a:lnTo>
                  <a:pt x="228599" y="32031"/>
                </a:lnTo>
                <a:lnTo>
                  <a:pt x="279399" y="41932"/>
                </a:lnTo>
                <a:lnTo>
                  <a:pt x="330199" y="52931"/>
                </a:lnTo>
                <a:lnTo>
                  <a:pt x="380999" y="65023"/>
                </a:lnTo>
                <a:lnTo>
                  <a:pt x="431799" y="78202"/>
                </a:lnTo>
                <a:lnTo>
                  <a:pt x="482599" y="92464"/>
                </a:lnTo>
                <a:lnTo>
                  <a:pt x="533399" y="107797"/>
                </a:lnTo>
                <a:lnTo>
                  <a:pt x="571499" y="124197"/>
                </a:lnTo>
                <a:lnTo>
                  <a:pt x="596899" y="132794"/>
                </a:lnTo>
                <a:lnTo>
                  <a:pt x="647699" y="150777"/>
                </a:lnTo>
                <a:lnTo>
                  <a:pt x="698499" y="169806"/>
                </a:lnTo>
                <a:lnTo>
                  <a:pt x="723899" y="179709"/>
                </a:lnTo>
                <a:lnTo>
                  <a:pt x="723899" y="4537740"/>
                </a:lnTo>
                <a:lnTo>
                  <a:pt x="736599" y="4551475"/>
                </a:lnTo>
                <a:lnTo>
                  <a:pt x="736599" y="4578417"/>
                </a:lnTo>
                <a:lnTo>
                  <a:pt x="749299" y="4591369"/>
                </a:lnTo>
                <a:lnTo>
                  <a:pt x="749299" y="4603933"/>
                </a:lnTo>
                <a:lnTo>
                  <a:pt x="761999" y="4616107"/>
                </a:lnTo>
                <a:lnTo>
                  <a:pt x="761999" y="4627779"/>
                </a:lnTo>
                <a:lnTo>
                  <a:pt x="774699" y="4638837"/>
                </a:lnTo>
                <a:lnTo>
                  <a:pt x="787399" y="4649278"/>
                </a:lnTo>
                <a:lnTo>
                  <a:pt x="787399" y="4659105"/>
                </a:lnTo>
                <a:lnTo>
                  <a:pt x="800099" y="4668226"/>
                </a:lnTo>
                <a:lnTo>
                  <a:pt x="812799" y="4676551"/>
                </a:lnTo>
                <a:lnTo>
                  <a:pt x="825499" y="4684082"/>
                </a:lnTo>
                <a:lnTo>
                  <a:pt x="838199" y="4690817"/>
                </a:lnTo>
                <a:lnTo>
                  <a:pt x="863599" y="4705334"/>
                </a:lnTo>
                <a:lnTo>
                  <a:pt x="901699" y="4720242"/>
                </a:lnTo>
                <a:lnTo>
                  <a:pt x="952499" y="4751235"/>
                </a:lnTo>
                <a:lnTo>
                  <a:pt x="1003299" y="4783770"/>
                </a:lnTo>
                <a:lnTo>
                  <a:pt x="1028699" y="4800607"/>
                </a:lnTo>
                <a:lnTo>
                  <a:pt x="1066799" y="4817825"/>
                </a:lnTo>
                <a:lnTo>
                  <a:pt x="1117599" y="4853371"/>
                </a:lnTo>
                <a:lnTo>
                  <a:pt x="1168399" y="4890381"/>
                </a:lnTo>
                <a:lnTo>
                  <a:pt x="1219199" y="4928828"/>
                </a:lnTo>
                <a:lnTo>
                  <a:pt x="1269999" y="4968680"/>
                </a:lnTo>
                <a:lnTo>
                  <a:pt x="1320799" y="5009905"/>
                </a:lnTo>
                <a:lnTo>
                  <a:pt x="1333499" y="5031022"/>
                </a:lnTo>
                <a:lnTo>
                  <a:pt x="1358899" y="5052474"/>
                </a:lnTo>
                <a:lnTo>
                  <a:pt x="1409699" y="5096352"/>
                </a:lnTo>
                <a:lnTo>
                  <a:pt x="1460499" y="5141506"/>
                </a:lnTo>
                <a:lnTo>
                  <a:pt x="1473199" y="5164552"/>
                </a:lnTo>
                <a:lnTo>
                  <a:pt x="1498599" y="5187900"/>
                </a:lnTo>
                <a:lnTo>
                  <a:pt x="1523999" y="5211548"/>
                </a:lnTo>
                <a:lnTo>
                  <a:pt x="1536699" y="5235498"/>
                </a:lnTo>
                <a:lnTo>
                  <a:pt x="1562099" y="5259739"/>
                </a:lnTo>
                <a:lnTo>
                  <a:pt x="1587499" y="5284263"/>
                </a:lnTo>
                <a:lnTo>
                  <a:pt x="1600199" y="5309070"/>
                </a:lnTo>
                <a:lnTo>
                  <a:pt x="1625599" y="5334159"/>
                </a:lnTo>
                <a:lnTo>
                  <a:pt x="1638299" y="5359520"/>
                </a:lnTo>
                <a:lnTo>
                  <a:pt x="1663699" y="5385144"/>
                </a:lnTo>
                <a:lnTo>
                  <a:pt x="1676399" y="5411031"/>
                </a:lnTo>
                <a:lnTo>
                  <a:pt x="1701799" y="5437180"/>
                </a:lnTo>
                <a:lnTo>
                  <a:pt x="1727199" y="5490227"/>
                </a:lnTo>
                <a:lnTo>
                  <a:pt x="1752599" y="5517114"/>
                </a:lnTo>
                <a:lnTo>
                  <a:pt x="1777999" y="5571604"/>
                </a:lnTo>
                <a:lnTo>
                  <a:pt x="1803399" y="5599186"/>
                </a:lnTo>
                <a:lnTo>
                  <a:pt x="1854199" y="5711682"/>
                </a:lnTo>
                <a:lnTo>
                  <a:pt x="1879599" y="5740316"/>
                </a:lnTo>
                <a:lnTo>
                  <a:pt x="1955799" y="5916010"/>
                </a:lnTo>
                <a:lnTo>
                  <a:pt x="1955799" y="5945880"/>
                </a:lnTo>
                <a:lnTo>
                  <a:pt x="2006599" y="6066853"/>
                </a:lnTo>
                <a:lnTo>
                  <a:pt x="2006599" y="6097434"/>
                </a:lnTo>
                <a:lnTo>
                  <a:pt x="2031999" y="6158975"/>
                </a:lnTo>
                <a:lnTo>
                  <a:pt x="2031999" y="6189910"/>
                </a:lnTo>
                <a:lnTo>
                  <a:pt x="2044699" y="6220953"/>
                </a:lnTo>
                <a:close/>
              </a:path>
              <a:path w="2095500" h="8373109">
                <a:moveTo>
                  <a:pt x="1955799" y="1461348"/>
                </a:moveTo>
                <a:lnTo>
                  <a:pt x="1955799" y="3097438"/>
                </a:lnTo>
                <a:lnTo>
                  <a:pt x="1917699" y="3168042"/>
                </a:lnTo>
                <a:lnTo>
                  <a:pt x="1917699" y="3191366"/>
                </a:lnTo>
                <a:lnTo>
                  <a:pt x="1854199" y="3306246"/>
                </a:lnTo>
                <a:lnTo>
                  <a:pt x="1854199" y="3328856"/>
                </a:lnTo>
                <a:lnTo>
                  <a:pt x="1803399" y="3417990"/>
                </a:lnTo>
                <a:lnTo>
                  <a:pt x="1739899" y="3526259"/>
                </a:lnTo>
                <a:lnTo>
                  <a:pt x="1714499" y="3547467"/>
                </a:lnTo>
                <a:lnTo>
                  <a:pt x="1689099" y="3589410"/>
                </a:lnTo>
                <a:lnTo>
                  <a:pt x="1638299" y="3671359"/>
                </a:lnTo>
                <a:lnTo>
                  <a:pt x="1612899" y="3691428"/>
                </a:lnTo>
                <a:lnTo>
                  <a:pt x="1574799" y="3750585"/>
                </a:lnTo>
                <a:lnTo>
                  <a:pt x="1549399" y="3769948"/>
                </a:lnTo>
                <a:lnTo>
                  <a:pt x="1523999" y="3808124"/>
                </a:lnTo>
                <a:lnTo>
                  <a:pt x="1498599" y="3826932"/>
                </a:lnTo>
                <a:lnTo>
                  <a:pt x="1473199" y="3863981"/>
                </a:lnTo>
                <a:lnTo>
                  <a:pt x="1447799" y="3882214"/>
                </a:lnTo>
                <a:lnTo>
                  <a:pt x="1435099" y="3900250"/>
                </a:lnTo>
                <a:lnTo>
                  <a:pt x="1409699" y="3918091"/>
                </a:lnTo>
                <a:lnTo>
                  <a:pt x="1396999" y="3935731"/>
                </a:lnTo>
                <a:lnTo>
                  <a:pt x="1371599" y="3953166"/>
                </a:lnTo>
                <a:lnTo>
                  <a:pt x="1346199" y="3987423"/>
                </a:lnTo>
                <a:lnTo>
                  <a:pt x="1320799" y="4004240"/>
                </a:lnTo>
                <a:lnTo>
                  <a:pt x="1308099" y="4020843"/>
                </a:lnTo>
                <a:lnTo>
                  <a:pt x="1282699" y="4037234"/>
                </a:lnTo>
                <a:lnTo>
                  <a:pt x="1257299" y="4053411"/>
                </a:lnTo>
                <a:lnTo>
                  <a:pt x="1244599" y="4069372"/>
                </a:lnTo>
                <a:lnTo>
                  <a:pt x="1219199" y="4085111"/>
                </a:lnTo>
                <a:lnTo>
                  <a:pt x="1206499" y="4100630"/>
                </a:lnTo>
                <a:lnTo>
                  <a:pt x="1181099" y="4115927"/>
                </a:lnTo>
                <a:lnTo>
                  <a:pt x="1168399" y="4131001"/>
                </a:lnTo>
                <a:lnTo>
                  <a:pt x="1142999" y="4145845"/>
                </a:lnTo>
                <a:lnTo>
                  <a:pt x="1117599" y="4160461"/>
                </a:lnTo>
                <a:lnTo>
                  <a:pt x="1104899" y="4174849"/>
                </a:lnTo>
                <a:lnTo>
                  <a:pt x="1079499" y="4189005"/>
                </a:lnTo>
                <a:lnTo>
                  <a:pt x="1054099" y="4202925"/>
                </a:lnTo>
                <a:lnTo>
                  <a:pt x="1041399" y="4216610"/>
                </a:lnTo>
                <a:lnTo>
                  <a:pt x="1015999" y="4230060"/>
                </a:lnTo>
                <a:lnTo>
                  <a:pt x="990599" y="4243271"/>
                </a:lnTo>
                <a:lnTo>
                  <a:pt x="977899" y="4256240"/>
                </a:lnTo>
                <a:lnTo>
                  <a:pt x="952499" y="4268967"/>
                </a:lnTo>
                <a:lnTo>
                  <a:pt x="927099" y="4281452"/>
                </a:lnTo>
                <a:lnTo>
                  <a:pt x="901699" y="4293692"/>
                </a:lnTo>
                <a:lnTo>
                  <a:pt x="888999" y="4305685"/>
                </a:lnTo>
                <a:lnTo>
                  <a:pt x="863599" y="4317429"/>
                </a:lnTo>
                <a:lnTo>
                  <a:pt x="838199" y="4328925"/>
                </a:lnTo>
                <a:lnTo>
                  <a:pt x="825499" y="4335660"/>
                </a:lnTo>
                <a:lnTo>
                  <a:pt x="812799" y="4343191"/>
                </a:lnTo>
                <a:lnTo>
                  <a:pt x="800099" y="4351516"/>
                </a:lnTo>
                <a:lnTo>
                  <a:pt x="787399" y="4360637"/>
                </a:lnTo>
                <a:lnTo>
                  <a:pt x="787399" y="4370464"/>
                </a:lnTo>
                <a:lnTo>
                  <a:pt x="774699" y="4380905"/>
                </a:lnTo>
                <a:lnTo>
                  <a:pt x="761999" y="4391963"/>
                </a:lnTo>
                <a:lnTo>
                  <a:pt x="761999" y="4403635"/>
                </a:lnTo>
                <a:lnTo>
                  <a:pt x="749299" y="4415809"/>
                </a:lnTo>
                <a:lnTo>
                  <a:pt x="749299" y="4428373"/>
                </a:lnTo>
                <a:lnTo>
                  <a:pt x="736599" y="4441325"/>
                </a:lnTo>
                <a:lnTo>
                  <a:pt x="736599" y="4468268"/>
                </a:lnTo>
                <a:lnTo>
                  <a:pt x="723899" y="4482003"/>
                </a:lnTo>
                <a:lnTo>
                  <a:pt x="723899" y="179709"/>
                </a:lnTo>
                <a:lnTo>
                  <a:pt x="736599" y="189871"/>
                </a:lnTo>
                <a:lnTo>
                  <a:pt x="761999" y="200289"/>
                </a:lnTo>
                <a:lnTo>
                  <a:pt x="787399" y="210961"/>
                </a:lnTo>
                <a:lnTo>
                  <a:pt x="812799" y="221888"/>
                </a:lnTo>
                <a:lnTo>
                  <a:pt x="838199" y="233067"/>
                </a:lnTo>
                <a:lnTo>
                  <a:pt x="850899" y="244498"/>
                </a:lnTo>
                <a:lnTo>
                  <a:pt x="876299" y="256178"/>
                </a:lnTo>
                <a:lnTo>
                  <a:pt x="901699" y="268106"/>
                </a:lnTo>
                <a:lnTo>
                  <a:pt x="927099" y="280283"/>
                </a:lnTo>
                <a:lnTo>
                  <a:pt x="939799" y="292704"/>
                </a:lnTo>
                <a:lnTo>
                  <a:pt x="965199" y="305368"/>
                </a:lnTo>
                <a:lnTo>
                  <a:pt x="990599" y="318274"/>
                </a:lnTo>
                <a:lnTo>
                  <a:pt x="1015999" y="331423"/>
                </a:lnTo>
                <a:lnTo>
                  <a:pt x="1028699" y="344810"/>
                </a:lnTo>
                <a:lnTo>
                  <a:pt x="1054099" y="358434"/>
                </a:lnTo>
                <a:lnTo>
                  <a:pt x="1079499" y="372293"/>
                </a:lnTo>
                <a:lnTo>
                  <a:pt x="1092199" y="386389"/>
                </a:lnTo>
                <a:lnTo>
                  <a:pt x="1117599" y="400716"/>
                </a:lnTo>
                <a:lnTo>
                  <a:pt x="1142999" y="415272"/>
                </a:lnTo>
                <a:lnTo>
                  <a:pt x="1155699" y="430058"/>
                </a:lnTo>
                <a:lnTo>
                  <a:pt x="1181099" y="445072"/>
                </a:lnTo>
                <a:lnTo>
                  <a:pt x="1193799" y="460311"/>
                </a:lnTo>
                <a:lnTo>
                  <a:pt x="1219199" y="475772"/>
                </a:lnTo>
                <a:lnTo>
                  <a:pt x="1244599" y="491454"/>
                </a:lnTo>
                <a:lnTo>
                  <a:pt x="1257299" y="507358"/>
                </a:lnTo>
                <a:lnTo>
                  <a:pt x="1282699" y="523480"/>
                </a:lnTo>
                <a:lnTo>
                  <a:pt x="1295399" y="539815"/>
                </a:lnTo>
                <a:lnTo>
                  <a:pt x="1320799" y="556363"/>
                </a:lnTo>
                <a:lnTo>
                  <a:pt x="1333499" y="573125"/>
                </a:lnTo>
                <a:lnTo>
                  <a:pt x="1358899" y="590097"/>
                </a:lnTo>
                <a:lnTo>
                  <a:pt x="1371599" y="607274"/>
                </a:lnTo>
                <a:lnTo>
                  <a:pt x="1396999" y="624657"/>
                </a:lnTo>
                <a:lnTo>
                  <a:pt x="1422399" y="660033"/>
                </a:lnTo>
                <a:lnTo>
                  <a:pt x="1447799" y="678018"/>
                </a:lnTo>
                <a:lnTo>
                  <a:pt x="1460499" y="696200"/>
                </a:lnTo>
                <a:lnTo>
                  <a:pt x="1485899" y="714579"/>
                </a:lnTo>
                <a:lnTo>
                  <a:pt x="1511299" y="751908"/>
                </a:lnTo>
                <a:lnTo>
                  <a:pt x="1536699" y="770854"/>
                </a:lnTo>
                <a:lnTo>
                  <a:pt x="1562099" y="809304"/>
                </a:lnTo>
                <a:lnTo>
                  <a:pt x="1587499" y="828799"/>
                </a:lnTo>
                <a:lnTo>
                  <a:pt x="1625599" y="888347"/>
                </a:lnTo>
                <a:lnTo>
                  <a:pt x="1638299" y="908540"/>
                </a:lnTo>
                <a:lnTo>
                  <a:pt x="1663699" y="928901"/>
                </a:lnTo>
                <a:lnTo>
                  <a:pt x="1714499" y="1011985"/>
                </a:lnTo>
                <a:lnTo>
                  <a:pt x="1765299" y="1097559"/>
                </a:lnTo>
                <a:lnTo>
                  <a:pt x="1790699" y="1119323"/>
                </a:lnTo>
                <a:lnTo>
                  <a:pt x="1803399" y="1141230"/>
                </a:lnTo>
                <a:lnTo>
                  <a:pt x="1803399" y="1163275"/>
                </a:lnTo>
                <a:lnTo>
                  <a:pt x="1879599" y="1298335"/>
                </a:lnTo>
                <a:lnTo>
                  <a:pt x="1904999" y="1344350"/>
                </a:lnTo>
                <a:lnTo>
                  <a:pt x="1904999" y="1367530"/>
                </a:lnTo>
                <a:lnTo>
                  <a:pt x="1955799" y="1461348"/>
                </a:lnTo>
                <a:close/>
              </a:path>
              <a:path w="2095500" h="8373109">
                <a:moveTo>
                  <a:pt x="1981199" y="1532779"/>
                </a:moveTo>
                <a:lnTo>
                  <a:pt x="1981199" y="3025932"/>
                </a:lnTo>
                <a:lnTo>
                  <a:pt x="1955799" y="3073698"/>
                </a:lnTo>
                <a:lnTo>
                  <a:pt x="1955799" y="1485063"/>
                </a:lnTo>
                <a:lnTo>
                  <a:pt x="1981199" y="1532779"/>
                </a:lnTo>
                <a:close/>
              </a:path>
              <a:path w="2095500" h="8373109">
                <a:moveTo>
                  <a:pt x="2019299" y="1653625"/>
                </a:moveTo>
                <a:lnTo>
                  <a:pt x="2019299" y="2904976"/>
                </a:lnTo>
                <a:lnTo>
                  <a:pt x="2006599" y="2929331"/>
                </a:lnTo>
                <a:lnTo>
                  <a:pt x="2006599" y="2953606"/>
                </a:lnTo>
                <a:lnTo>
                  <a:pt x="1981199" y="3001913"/>
                </a:lnTo>
                <a:lnTo>
                  <a:pt x="1981199" y="1556775"/>
                </a:lnTo>
                <a:lnTo>
                  <a:pt x="1993899" y="1580863"/>
                </a:lnTo>
                <a:lnTo>
                  <a:pt x="1993899" y="1605037"/>
                </a:lnTo>
                <a:lnTo>
                  <a:pt x="2019299" y="1653625"/>
                </a:lnTo>
                <a:close/>
              </a:path>
              <a:path w="2095500" h="8373109">
                <a:moveTo>
                  <a:pt x="2031999" y="1702528"/>
                </a:moveTo>
                <a:lnTo>
                  <a:pt x="2031999" y="2856035"/>
                </a:lnTo>
                <a:lnTo>
                  <a:pt x="2019299" y="2880542"/>
                </a:lnTo>
                <a:lnTo>
                  <a:pt x="2019299" y="1678039"/>
                </a:lnTo>
                <a:lnTo>
                  <a:pt x="2031999" y="1702528"/>
                </a:lnTo>
                <a:close/>
              </a:path>
              <a:path w="2095500" h="8373109">
                <a:moveTo>
                  <a:pt x="2044699" y="1751708"/>
                </a:moveTo>
                <a:lnTo>
                  <a:pt x="2044699" y="2806819"/>
                </a:lnTo>
                <a:lnTo>
                  <a:pt x="2031999" y="2831461"/>
                </a:lnTo>
                <a:lnTo>
                  <a:pt x="2031999" y="1727084"/>
                </a:lnTo>
                <a:lnTo>
                  <a:pt x="2044699" y="1751708"/>
                </a:lnTo>
                <a:close/>
              </a:path>
              <a:path w="2095500" h="8373109">
                <a:moveTo>
                  <a:pt x="2057399" y="6283344"/>
                </a:moveTo>
                <a:lnTo>
                  <a:pt x="2057399" y="7202682"/>
                </a:lnTo>
                <a:lnTo>
                  <a:pt x="2044699" y="7233885"/>
                </a:lnTo>
                <a:lnTo>
                  <a:pt x="2044699" y="6252101"/>
                </a:lnTo>
                <a:lnTo>
                  <a:pt x="2057399" y="6283344"/>
                </a:lnTo>
                <a:close/>
              </a:path>
              <a:path w="2095500" h="8373109">
                <a:moveTo>
                  <a:pt x="2057399" y="1825966"/>
                </a:moveTo>
                <a:lnTo>
                  <a:pt x="2057399" y="2757340"/>
                </a:lnTo>
                <a:lnTo>
                  <a:pt x="2044699" y="2782110"/>
                </a:lnTo>
                <a:lnTo>
                  <a:pt x="2044699" y="1801155"/>
                </a:lnTo>
                <a:lnTo>
                  <a:pt x="2057399" y="1825966"/>
                </a:lnTo>
                <a:close/>
              </a:path>
              <a:path w="2095500" h="8373109">
                <a:moveTo>
                  <a:pt x="2070099" y="6346076"/>
                </a:moveTo>
                <a:lnTo>
                  <a:pt x="2070099" y="7140005"/>
                </a:lnTo>
                <a:lnTo>
                  <a:pt x="2057399" y="7171389"/>
                </a:lnTo>
                <a:lnTo>
                  <a:pt x="2057399" y="6314669"/>
                </a:lnTo>
                <a:lnTo>
                  <a:pt x="2070099" y="6346076"/>
                </a:lnTo>
                <a:close/>
              </a:path>
              <a:path w="2095500" h="8373109">
                <a:moveTo>
                  <a:pt x="2070099" y="1875755"/>
                </a:moveTo>
                <a:lnTo>
                  <a:pt x="2070099" y="2682699"/>
                </a:lnTo>
                <a:lnTo>
                  <a:pt x="2057399" y="2707635"/>
                </a:lnTo>
                <a:lnTo>
                  <a:pt x="2057399" y="1850832"/>
                </a:lnTo>
                <a:lnTo>
                  <a:pt x="2070099" y="1875755"/>
                </a:lnTo>
                <a:close/>
              </a:path>
              <a:path w="2095500" h="8373109">
                <a:moveTo>
                  <a:pt x="2082799" y="6409124"/>
                </a:moveTo>
                <a:lnTo>
                  <a:pt x="2082799" y="7077015"/>
                </a:lnTo>
                <a:lnTo>
                  <a:pt x="2070099" y="7108543"/>
                </a:lnTo>
                <a:lnTo>
                  <a:pt x="2070099" y="6377565"/>
                </a:lnTo>
                <a:lnTo>
                  <a:pt x="2082799" y="6409124"/>
                </a:lnTo>
                <a:close/>
              </a:path>
              <a:path w="2095500" h="8373109">
                <a:moveTo>
                  <a:pt x="2082799" y="1950803"/>
                </a:moveTo>
                <a:lnTo>
                  <a:pt x="2082799" y="2607616"/>
                </a:lnTo>
                <a:lnTo>
                  <a:pt x="2070099" y="2632687"/>
                </a:lnTo>
                <a:lnTo>
                  <a:pt x="2070099" y="1925743"/>
                </a:lnTo>
                <a:lnTo>
                  <a:pt x="2082799" y="1950803"/>
                </a:lnTo>
                <a:close/>
              </a:path>
              <a:path w="2095500" h="8373109">
                <a:moveTo>
                  <a:pt x="2095499" y="6504147"/>
                </a:moveTo>
                <a:lnTo>
                  <a:pt x="2095499" y="6950292"/>
                </a:lnTo>
                <a:lnTo>
                  <a:pt x="2082799" y="6982047"/>
                </a:lnTo>
                <a:lnTo>
                  <a:pt x="2082799" y="6472415"/>
                </a:lnTo>
                <a:lnTo>
                  <a:pt x="2095499" y="6504147"/>
                </a:lnTo>
                <a:close/>
              </a:path>
              <a:path w="2095500" h="8373109">
                <a:moveTo>
                  <a:pt x="2095499" y="2051423"/>
                </a:moveTo>
                <a:lnTo>
                  <a:pt x="2095499" y="2506961"/>
                </a:lnTo>
                <a:lnTo>
                  <a:pt x="2082799" y="2532172"/>
                </a:lnTo>
                <a:lnTo>
                  <a:pt x="2082799" y="2026219"/>
                </a:lnTo>
                <a:lnTo>
                  <a:pt x="2095499" y="2051423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726" y="1434348"/>
            <a:ext cx="7722629" cy="377365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884549" y="1358148"/>
            <a:ext cx="795655" cy="795655"/>
          </a:xfrm>
          <a:custGeom>
            <a:avLst/>
            <a:gdLst/>
            <a:ahLst/>
            <a:cxnLst/>
            <a:rect l="l" t="t" r="r" b="b"/>
            <a:pathLst>
              <a:path w="795654" h="795655">
                <a:moveTo>
                  <a:pt x="397743" y="795486"/>
                </a:moveTo>
                <a:lnTo>
                  <a:pt x="351354" y="792810"/>
                </a:lnTo>
                <a:lnTo>
                  <a:pt x="306537" y="784982"/>
                </a:lnTo>
                <a:lnTo>
                  <a:pt x="263592" y="772300"/>
                </a:lnTo>
                <a:lnTo>
                  <a:pt x="222817" y="755062"/>
                </a:lnTo>
                <a:lnTo>
                  <a:pt x="184508" y="733567"/>
                </a:lnTo>
                <a:lnTo>
                  <a:pt x="148966" y="708112"/>
                </a:lnTo>
                <a:lnTo>
                  <a:pt x="116488" y="678997"/>
                </a:lnTo>
                <a:lnTo>
                  <a:pt x="87373" y="646519"/>
                </a:lnTo>
                <a:lnTo>
                  <a:pt x="61918" y="610977"/>
                </a:lnTo>
                <a:lnTo>
                  <a:pt x="40423" y="572669"/>
                </a:lnTo>
                <a:lnTo>
                  <a:pt x="23185" y="531893"/>
                </a:lnTo>
                <a:lnTo>
                  <a:pt x="10503" y="488948"/>
                </a:lnTo>
                <a:lnTo>
                  <a:pt x="2675" y="444132"/>
                </a:lnTo>
                <a:lnTo>
                  <a:pt x="0" y="397743"/>
                </a:lnTo>
                <a:lnTo>
                  <a:pt x="2565" y="353270"/>
                </a:lnTo>
                <a:lnTo>
                  <a:pt x="10503" y="306537"/>
                </a:lnTo>
                <a:lnTo>
                  <a:pt x="23185" y="263592"/>
                </a:lnTo>
                <a:lnTo>
                  <a:pt x="40423" y="222817"/>
                </a:lnTo>
                <a:lnTo>
                  <a:pt x="61918" y="184508"/>
                </a:lnTo>
                <a:lnTo>
                  <a:pt x="87373" y="148966"/>
                </a:lnTo>
                <a:lnTo>
                  <a:pt x="116488" y="116488"/>
                </a:lnTo>
                <a:lnTo>
                  <a:pt x="148966" y="87373"/>
                </a:lnTo>
                <a:lnTo>
                  <a:pt x="184508" y="61918"/>
                </a:lnTo>
                <a:lnTo>
                  <a:pt x="222817" y="40423"/>
                </a:lnTo>
                <a:lnTo>
                  <a:pt x="263592" y="23185"/>
                </a:lnTo>
                <a:lnTo>
                  <a:pt x="306537" y="10503"/>
                </a:lnTo>
                <a:lnTo>
                  <a:pt x="351354" y="2675"/>
                </a:lnTo>
                <a:lnTo>
                  <a:pt x="397743" y="0"/>
                </a:lnTo>
                <a:lnTo>
                  <a:pt x="444132" y="2675"/>
                </a:lnTo>
                <a:lnTo>
                  <a:pt x="488948" y="10503"/>
                </a:lnTo>
                <a:lnTo>
                  <a:pt x="531893" y="23185"/>
                </a:lnTo>
                <a:lnTo>
                  <a:pt x="572669" y="40423"/>
                </a:lnTo>
                <a:lnTo>
                  <a:pt x="610977" y="61918"/>
                </a:lnTo>
                <a:lnTo>
                  <a:pt x="646519" y="87373"/>
                </a:lnTo>
                <a:lnTo>
                  <a:pt x="678997" y="116488"/>
                </a:lnTo>
                <a:lnTo>
                  <a:pt x="708112" y="148966"/>
                </a:lnTo>
                <a:lnTo>
                  <a:pt x="728143" y="176934"/>
                </a:lnTo>
                <a:lnTo>
                  <a:pt x="397743" y="176934"/>
                </a:lnTo>
                <a:lnTo>
                  <a:pt x="353270" y="181424"/>
                </a:lnTo>
                <a:lnTo>
                  <a:pt x="311835" y="194300"/>
                </a:lnTo>
                <a:lnTo>
                  <a:pt x="274329" y="214670"/>
                </a:lnTo>
                <a:lnTo>
                  <a:pt x="241644" y="241644"/>
                </a:lnTo>
                <a:lnTo>
                  <a:pt x="214670" y="274329"/>
                </a:lnTo>
                <a:lnTo>
                  <a:pt x="194300" y="311835"/>
                </a:lnTo>
                <a:lnTo>
                  <a:pt x="181424" y="353270"/>
                </a:lnTo>
                <a:lnTo>
                  <a:pt x="176934" y="397743"/>
                </a:lnTo>
                <a:lnTo>
                  <a:pt x="181418" y="442216"/>
                </a:lnTo>
                <a:lnTo>
                  <a:pt x="194278" y="483651"/>
                </a:lnTo>
                <a:lnTo>
                  <a:pt x="214628" y="521156"/>
                </a:lnTo>
                <a:lnTo>
                  <a:pt x="241584" y="553842"/>
                </a:lnTo>
                <a:lnTo>
                  <a:pt x="274259" y="580815"/>
                </a:lnTo>
                <a:lnTo>
                  <a:pt x="311767" y="601185"/>
                </a:lnTo>
                <a:lnTo>
                  <a:pt x="353224" y="614061"/>
                </a:lnTo>
                <a:lnTo>
                  <a:pt x="397743" y="618551"/>
                </a:lnTo>
                <a:lnTo>
                  <a:pt x="728142" y="618551"/>
                </a:lnTo>
                <a:lnTo>
                  <a:pt x="708112" y="646519"/>
                </a:lnTo>
                <a:lnTo>
                  <a:pt x="678997" y="678997"/>
                </a:lnTo>
                <a:lnTo>
                  <a:pt x="646519" y="708112"/>
                </a:lnTo>
                <a:lnTo>
                  <a:pt x="610977" y="733567"/>
                </a:lnTo>
                <a:lnTo>
                  <a:pt x="572669" y="755062"/>
                </a:lnTo>
                <a:lnTo>
                  <a:pt x="531893" y="772300"/>
                </a:lnTo>
                <a:lnTo>
                  <a:pt x="488948" y="784982"/>
                </a:lnTo>
                <a:lnTo>
                  <a:pt x="444132" y="792810"/>
                </a:lnTo>
                <a:lnTo>
                  <a:pt x="397743" y="795486"/>
                </a:lnTo>
                <a:close/>
              </a:path>
              <a:path w="795654" h="795655">
                <a:moveTo>
                  <a:pt x="728142" y="618551"/>
                </a:moveTo>
                <a:lnTo>
                  <a:pt x="397743" y="618551"/>
                </a:lnTo>
                <a:lnTo>
                  <a:pt x="442262" y="614061"/>
                </a:lnTo>
                <a:lnTo>
                  <a:pt x="483718" y="601185"/>
                </a:lnTo>
                <a:lnTo>
                  <a:pt x="521227" y="580815"/>
                </a:lnTo>
                <a:lnTo>
                  <a:pt x="553902" y="553842"/>
                </a:lnTo>
                <a:lnTo>
                  <a:pt x="580857" y="521156"/>
                </a:lnTo>
                <a:lnTo>
                  <a:pt x="601208" y="483651"/>
                </a:lnTo>
                <a:lnTo>
                  <a:pt x="614068" y="442216"/>
                </a:lnTo>
                <a:lnTo>
                  <a:pt x="618551" y="397743"/>
                </a:lnTo>
                <a:lnTo>
                  <a:pt x="614061" y="353270"/>
                </a:lnTo>
                <a:lnTo>
                  <a:pt x="601185" y="311835"/>
                </a:lnTo>
                <a:lnTo>
                  <a:pt x="580815" y="274329"/>
                </a:lnTo>
                <a:lnTo>
                  <a:pt x="553842" y="241644"/>
                </a:lnTo>
                <a:lnTo>
                  <a:pt x="521156" y="214670"/>
                </a:lnTo>
                <a:lnTo>
                  <a:pt x="483651" y="194300"/>
                </a:lnTo>
                <a:lnTo>
                  <a:pt x="442216" y="181424"/>
                </a:lnTo>
                <a:lnTo>
                  <a:pt x="397743" y="176934"/>
                </a:lnTo>
                <a:lnTo>
                  <a:pt x="728143" y="176934"/>
                </a:lnTo>
                <a:lnTo>
                  <a:pt x="755062" y="222817"/>
                </a:lnTo>
                <a:lnTo>
                  <a:pt x="772300" y="263592"/>
                </a:lnTo>
                <a:lnTo>
                  <a:pt x="784982" y="306537"/>
                </a:lnTo>
                <a:lnTo>
                  <a:pt x="792810" y="351354"/>
                </a:lnTo>
                <a:lnTo>
                  <a:pt x="795486" y="397743"/>
                </a:lnTo>
                <a:lnTo>
                  <a:pt x="792921" y="442216"/>
                </a:lnTo>
                <a:lnTo>
                  <a:pt x="792810" y="444132"/>
                </a:lnTo>
                <a:lnTo>
                  <a:pt x="784982" y="488948"/>
                </a:lnTo>
                <a:lnTo>
                  <a:pt x="772300" y="531893"/>
                </a:lnTo>
                <a:lnTo>
                  <a:pt x="755062" y="572669"/>
                </a:lnTo>
                <a:lnTo>
                  <a:pt x="733567" y="610977"/>
                </a:lnTo>
                <a:lnTo>
                  <a:pt x="728142" y="618551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726" y="5665206"/>
            <a:ext cx="7722629" cy="37736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4866" y="3115612"/>
            <a:ext cx="4133215" cy="2924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35829" y="2377412"/>
            <a:ext cx="7680325" cy="3429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01950" y="0"/>
            <a:ext cx="9236075" cy="8451850"/>
            <a:chOff x="7701950" y="0"/>
            <a:chExt cx="9236075" cy="8451850"/>
          </a:xfrm>
        </p:grpSpPr>
        <p:sp>
          <p:nvSpPr>
            <p:cNvPr id="3" name="object 3"/>
            <p:cNvSpPr/>
            <p:nvPr/>
          </p:nvSpPr>
          <p:spPr>
            <a:xfrm>
              <a:off x="7701950" y="0"/>
              <a:ext cx="8018145" cy="4597400"/>
            </a:xfrm>
            <a:custGeom>
              <a:avLst/>
              <a:gdLst/>
              <a:ahLst/>
              <a:cxnLst/>
              <a:rect l="l" t="t" r="r" b="b"/>
              <a:pathLst>
                <a:path w="8018144" h="4597400">
                  <a:moveTo>
                    <a:pt x="5037476" y="4470399"/>
                  </a:moveTo>
                  <a:lnTo>
                    <a:pt x="2980340" y="4470399"/>
                  </a:lnTo>
                  <a:lnTo>
                    <a:pt x="2846996" y="4432299"/>
                  </a:lnTo>
                  <a:lnTo>
                    <a:pt x="2802972" y="4406899"/>
                  </a:lnTo>
                  <a:lnTo>
                    <a:pt x="2586182" y="4343399"/>
                  </a:lnTo>
                  <a:lnTo>
                    <a:pt x="2543512" y="4317999"/>
                  </a:lnTo>
                  <a:lnTo>
                    <a:pt x="2458885" y="4292599"/>
                  </a:lnTo>
                  <a:lnTo>
                    <a:pt x="2416935" y="4267199"/>
                  </a:lnTo>
                  <a:lnTo>
                    <a:pt x="2375232" y="4254499"/>
                  </a:lnTo>
                  <a:lnTo>
                    <a:pt x="2333778" y="4229099"/>
                  </a:lnTo>
                  <a:lnTo>
                    <a:pt x="2292577" y="4216399"/>
                  </a:lnTo>
                  <a:lnTo>
                    <a:pt x="2251632" y="4190999"/>
                  </a:lnTo>
                  <a:lnTo>
                    <a:pt x="2210946" y="4178299"/>
                  </a:lnTo>
                  <a:lnTo>
                    <a:pt x="2130365" y="4127499"/>
                  </a:lnTo>
                  <a:lnTo>
                    <a:pt x="2090476" y="4114799"/>
                  </a:lnTo>
                  <a:lnTo>
                    <a:pt x="1933675" y="4013199"/>
                  </a:lnTo>
                  <a:lnTo>
                    <a:pt x="1895179" y="4000499"/>
                  </a:lnTo>
                  <a:lnTo>
                    <a:pt x="1819054" y="3949699"/>
                  </a:lnTo>
                  <a:lnTo>
                    <a:pt x="1707085" y="3873499"/>
                  </a:lnTo>
                  <a:lnTo>
                    <a:pt x="1597853" y="3797299"/>
                  </a:lnTo>
                  <a:lnTo>
                    <a:pt x="1562066" y="3759199"/>
                  </a:lnTo>
                  <a:lnTo>
                    <a:pt x="1491446" y="3708399"/>
                  </a:lnTo>
                  <a:lnTo>
                    <a:pt x="1422119" y="3657599"/>
                  </a:lnTo>
                  <a:lnTo>
                    <a:pt x="1387949" y="3619499"/>
                  </a:lnTo>
                  <a:lnTo>
                    <a:pt x="1320612" y="3568699"/>
                  </a:lnTo>
                  <a:lnTo>
                    <a:pt x="1287450" y="3530599"/>
                  </a:lnTo>
                  <a:lnTo>
                    <a:pt x="1254632" y="3505199"/>
                  </a:lnTo>
                  <a:lnTo>
                    <a:pt x="1222159" y="3467099"/>
                  </a:lnTo>
                  <a:lnTo>
                    <a:pt x="1190036" y="3441699"/>
                  </a:lnTo>
                  <a:lnTo>
                    <a:pt x="1158265" y="3403599"/>
                  </a:lnTo>
                  <a:lnTo>
                    <a:pt x="1126849" y="3378199"/>
                  </a:lnTo>
                  <a:lnTo>
                    <a:pt x="1095792" y="3340099"/>
                  </a:lnTo>
                  <a:lnTo>
                    <a:pt x="1065097" y="3314699"/>
                  </a:lnTo>
                  <a:lnTo>
                    <a:pt x="1034767" y="3276599"/>
                  </a:lnTo>
                  <a:lnTo>
                    <a:pt x="1004806" y="3238499"/>
                  </a:lnTo>
                  <a:lnTo>
                    <a:pt x="975216" y="3213099"/>
                  </a:lnTo>
                  <a:lnTo>
                    <a:pt x="946001" y="3174999"/>
                  </a:lnTo>
                  <a:lnTo>
                    <a:pt x="917164" y="3136899"/>
                  </a:lnTo>
                  <a:lnTo>
                    <a:pt x="888708" y="3111499"/>
                  </a:lnTo>
                  <a:lnTo>
                    <a:pt x="860636" y="3073399"/>
                  </a:lnTo>
                  <a:lnTo>
                    <a:pt x="832953" y="3035299"/>
                  </a:lnTo>
                  <a:lnTo>
                    <a:pt x="805660" y="2997199"/>
                  </a:lnTo>
                  <a:lnTo>
                    <a:pt x="778760" y="2959099"/>
                  </a:lnTo>
                  <a:lnTo>
                    <a:pt x="752259" y="2920999"/>
                  </a:lnTo>
                  <a:lnTo>
                    <a:pt x="726157" y="2895599"/>
                  </a:lnTo>
                  <a:lnTo>
                    <a:pt x="700460" y="2857499"/>
                  </a:lnTo>
                  <a:lnTo>
                    <a:pt x="675169" y="2819399"/>
                  </a:lnTo>
                  <a:lnTo>
                    <a:pt x="650288" y="2781299"/>
                  </a:lnTo>
                  <a:lnTo>
                    <a:pt x="625820" y="2743199"/>
                  </a:lnTo>
                  <a:lnTo>
                    <a:pt x="601769" y="2705099"/>
                  </a:lnTo>
                  <a:lnTo>
                    <a:pt x="578138" y="2666999"/>
                  </a:lnTo>
                  <a:lnTo>
                    <a:pt x="554930" y="2628899"/>
                  </a:lnTo>
                  <a:lnTo>
                    <a:pt x="532148" y="2590799"/>
                  </a:lnTo>
                  <a:lnTo>
                    <a:pt x="509795" y="2552699"/>
                  </a:lnTo>
                  <a:lnTo>
                    <a:pt x="487874" y="2501899"/>
                  </a:lnTo>
                  <a:lnTo>
                    <a:pt x="466389" y="2463799"/>
                  </a:lnTo>
                  <a:lnTo>
                    <a:pt x="445344" y="2425699"/>
                  </a:lnTo>
                  <a:lnTo>
                    <a:pt x="424740" y="2387599"/>
                  </a:lnTo>
                  <a:lnTo>
                    <a:pt x="404582" y="2349499"/>
                  </a:lnTo>
                  <a:lnTo>
                    <a:pt x="384872" y="2298699"/>
                  </a:lnTo>
                  <a:lnTo>
                    <a:pt x="365614" y="2260599"/>
                  </a:lnTo>
                  <a:lnTo>
                    <a:pt x="346812" y="2222499"/>
                  </a:lnTo>
                  <a:lnTo>
                    <a:pt x="328467" y="2184399"/>
                  </a:lnTo>
                  <a:lnTo>
                    <a:pt x="310584" y="2133599"/>
                  </a:lnTo>
                  <a:lnTo>
                    <a:pt x="293165" y="2095499"/>
                  </a:lnTo>
                  <a:lnTo>
                    <a:pt x="276214" y="2057399"/>
                  </a:lnTo>
                  <a:lnTo>
                    <a:pt x="259734" y="2006599"/>
                  </a:lnTo>
                  <a:lnTo>
                    <a:pt x="243729" y="1968499"/>
                  </a:lnTo>
                  <a:lnTo>
                    <a:pt x="228201" y="1930399"/>
                  </a:lnTo>
                  <a:lnTo>
                    <a:pt x="213153" y="1879599"/>
                  </a:lnTo>
                  <a:lnTo>
                    <a:pt x="198590" y="1841499"/>
                  </a:lnTo>
                  <a:lnTo>
                    <a:pt x="184513" y="1790699"/>
                  </a:lnTo>
                  <a:lnTo>
                    <a:pt x="170927" y="1752599"/>
                  </a:lnTo>
                  <a:lnTo>
                    <a:pt x="157834" y="1701799"/>
                  </a:lnTo>
                  <a:lnTo>
                    <a:pt x="145238" y="1663699"/>
                  </a:lnTo>
                  <a:lnTo>
                    <a:pt x="133142" y="1612899"/>
                  </a:lnTo>
                  <a:lnTo>
                    <a:pt x="121549" y="1574799"/>
                  </a:lnTo>
                  <a:lnTo>
                    <a:pt x="110463" y="1523999"/>
                  </a:lnTo>
                  <a:lnTo>
                    <a:pt x="99885" y="1485899"/>
                  </a:lnTo>
                  <a:lnTo>
                    <a:pt x="89821" y="1435099"/>
                  </a:lnTo>
                  <a:lnTo>
                    <a:pt x="80273" y="1384299"/>
                  </a:lnTo>
                  <a:lnTo>
                    <a:pt x="71243" y="1346199"/>
                  </a:lnTo>
                  <a:lnTo>
                    <a:pt x="62737" y="1295399"/>
                  </a:lnTo>
                  <a:lnTo>
                    <a:pt x="54755" y="1257299"/>
                  </a:lnTo>
                  <a:lnTo>
                    <a:pt x="47303" y="1206499"/>
                  </a:lnTo>
                  <a:lnTo>
                    <a:pt x="40382" y="1155699"/>
                  </a:lnTo>
                  <a:lnTo>
                    <a:pt x="33997" y="1117599"/>
                  </a:lnTo>
                  <a:lnTo>
                    <a:pt x="28150" y="1066799"/>
                  </a:lnTo>
                  <a:lnTo>
                    <a:pt x="22845" y="1015999"/>
                  </a:lnTo>
                  <a:lnTo>
                    <a:pt x="18084" y="977899"/>
                  </a:lnTo>
                  <a:lnTo>
                    <a:pt x="13872" y="927099"/>
                  </a:lnTo>
                  <a:lnTo>
                    <a:pt x="10211" y="876299"/>
                  </a:lnTo>
                  <a:lnTo>
                    <a:pt x="7104" y="825499"/>
                  </a:lnTo>
                  <a:lnTo>
                    <a:pt x="4555" y="787399"/>
                  </a:lnTo>
                  <a:lnTo>
                    <a:pt x="2567" y="736599"/>
                  </a:lnTo>
                  <a:lnTo>
                    <a:pt x="1142" y="685799"/>
                  </a:lnTo>
                  <a:lnTo>
                    <a:pt x="286" y="634999"/>
                  </a:lnTo>
                  <a:lnTo>
                    <a:pt x="0" y="584199"/>
                  </a:lnTo>
                  <a:lnTo>
                    <a:pt x="286" y="546099"/>
                  </a:lnTo>
                  <a:lnTo>
                    <a:pt x="1142" y="495299"/>
                  </a:lnTo>
                  <a:lnTo>
                    <a:pt x="2567" y="444499"/>
                  </a:lnTo>
                  <a:lnTo>
                    <a:pt x="4555" y="393699"/>
                  </a:lnTo>
                  <a:lnTo>
                    <a:pt x="7104" y="342899"/>
                  </a:lnTo>
                  <a:lnTo>
                    <a:pt x="10211" y="304799"/>
                  </a:lnTo>
                  <a:lnTo>
                    <a:pt x="13872" y="253999"/>
                  </a:lnTo>
                  <a:lnTo>
                    <a:pt x="18084" y="203199"/>
                  </a:lnTo>
                  <a:lnTo>
                    <a:pt x="22845" y="152399"/>
                  </a:lnTo>
                  <a:lnTo>
                    <a:pt x="28150" y="114299"/>
                  </a:lnTo>
                  <a:lnTo>
                    <a:pt x="33997" y="63499"/>
                  </a:lnTo>
                  <a:lnTo>
                    <a:pt x="40382" y="12699"/>
                  </a:lnTo>
                  <a:lnTo>
                    <a:pt x="43865" y="0"/>
                  </a:lnTo>
                  <a:lnTo>
                    <a:pt x="1863950" y="0"/>
                  </a:lnTo>
                  <a:lnTo>
                    <a:pt x="1854930" y="25399"/>
                  </a:lnTo>
                  <a:lnTo>
                    <a:pt x="1843708" y="76199"/>
                  </a:lnTo>
                  <a:lnTo>
                    <a:pt x="1833407" y="114299"/>
                  </a:lnTo>
                  <a:lnTo>
                    <a:pt x="1824038" y="165099"/>
                  </a:lnTo>
                  <a:lnTo>
                    <a:pt x="1815610" y="203199"/>
                  </a:lnTo>
                  <a:lnTo>
                    <a:pt x="1808135" y="253999"/>
                  </a:lnTo>
                  <a:lnTo>
                    <a:pt x="1801622" y="304799"/>
                  </a:lnTo>
                  <a:lnTo>
                    <a:pt x="1796083" y="342899"/>
                  </a:lnTo>
                  <a:lnTo>
                    <a:pt x="1791527" y="393699"/>
                  </a:lnTo>
                  <a:lnTo>
                    <a:pt x="1787966" y="444499"/>
                  </a:lnTo>
                  <a:lnTo>
                    <a:pt x="1785409" y="495299"/>
                  </a:lnTo>
                  <a:lnTo>
                    <a:pt x="1783867" y="546099"/>
                  </a:lnTo>
                  <a:lnTo>
                    <a:pt x="1783350" y="584199"/>
                  </a:lnTo>
                  <a:lnTo>
                    <a:pt x="1783866" y="634999"/>
                  </a:lnTo>
                  <a:lnTo>
                    <a:pt x="1785405" y="685799"/>
                  </a:lnTo>
                  <a:lnTo>
                    <a:pt x="1787958" y="736599"/>
                  </a:lnTo>
                  <a:lnTo>
                    <a:pt x="1791515" y="774699"/>
                  </a:lnTo>
                  <a:lnTo>
                    <a:pt x="1796063" y="825499"/>
                  </a:lnTo>
                  <a:lnTo>
                    <a:pt x="1801595" y="876299"/>
                  </a:lnTo>
                  <a:lnTo>
                    <a:pt x="1808098" y="927099"/>
                  </a:lnTo>
                  <a:lnTo>
                    <a:pt x="1815562" y="965199"/>
                  </a:lnTo>
                  <a:lnTo>
                    <a:pt x="1823978" y="1015999"/>
                  </a:lnTo>
                  <a:lnTo>
                    <a:pt x="1833335" y="1054099"/>
                  </a:lnTo>
                  <a:lnTo>
                    <a:pt x="1843621" y="1104899"/>
                  </a:lnTo>
                  <a:lnTo>
                    <a:pt x="1854828" y="1155699"/>
                  </a:lnTo>
                  <a:lnTo>
                    <a:pt x="1866944" y="1193799"/>
                  </a:lnTo>
                  <a:lnTo>
                    <a:pt x="1879959" y="1244599"/>
                  </a:lnTo>
                  <a:lnTo>
                    <a:pt x="1893863" y="1282699"/>
                  </a:lnTo>
                  <a:lnTo>
                    <a:pt x="1908644" y="1320799"/>
                  </a:lnTo>
                  <a:lnTo>
                    <a:pt x="1924294" y="1371599"/>
                  </a:lnTo>
                  <a:lnTo>
                    <a:pt x="1940801" y="1409699"/>
                  </a:lnTo>
                  <a:lnTo>
                    <a:pt x="1958155" y="1460499"/>
                  </a:lnTo>
                  <a:lnTo>
                    <a:pt x="1976346" y="1498599"/>
                  </a:lnTo>
                  <a:lnTo>
                    <a:pt x="1995363" y="1536699"/>
                  </a:lnTo>
                  <a:lnTo>
                    <a:pt x="2015195" y="1574799"/>
                  </a:lnTo>
                  <a:lnTo>
                    <a:pt x="2035833" y="1612899"/>
                  </a:lnTo>
                  <a:lnTo>
                    <a:pt x="2057266" y="1663699"/>
                  </a:lnTo>
                  <a:lnTo>
                    <a:pt x="2079483" y="1701799"/>
                  </a:lnTo>
                  <a:lnTo>
                    <a:pt x="2102474" y="1739899"/>
                  </a:lnTo>
                  <a:lnTo>
                    <a:pt x="2126229" y="1777999"/>
                  </a:lnTo>
                  <a:lnTo>
                    <a:pt x="2150737" y="1816099"/>
                  </a:lnTo>
                  <a:lnTo>
                    <a:pt x="2175989" y="1854199"/>
                  </a:lnTo>
                  <a:lnTo>
                    <a:pt x="2201972" y="1892299"/>
                  </a:lnTo>
                  <a:lnTo>
                    <a:pt x="2228678" y="1917699"/>
                  </a:lnTo>
                  <a:lnTo>
                    <a:pt x="2256095" y="1955799"/>
                  </a:lnTo>
                  <a:lnTo>
                    <a:pt x="2284214" y="1993899"/>
                  </a:lnTo>
                  <a:lnTo>
                    <a:pt x="2313023" y="2031999"/>
                  </a:lnTo>
                  <a:lnTo>
                    <a:pt x="2342512" y="2057399"/>
                  </a:lnTo>
                  <a:lnTo>
                    <a:pt x="2372672" y="2095499"/>
                  </a:lnTo>
                  <a:lnTo>
                    <a:pt x="2403491" y="2133599"/>
                  </a:lnTo>
                  <a:lnTo>
                    <a:pt x="2434960" y="2158999"/>
                  </a:lnTo>
                  <a:lnTo>
                    <a:pt x="2467067" y="2197099"/>
                  </a:lnTo>
                  <a:lnTo>
                    <a:pt x="2499802" y="2222499"/>
                  </a:lnTo>
                  <a:lnTo>
                    <a:pt x="2533155" y="2247899"/>
                  </a:lnTo>
                  <a:lnTo>
                    <a:pt x="2567116" y="2285999"/>
                  </a:lnTo>
                  <a:lnTo>
                    <a:pt x="2601674" y="2311399"/>
                  </a:lnTo>
                  <a:lnTo>
                    <a:pt x="2636819" y="2336799"/>
                  </a:lnTo>
                  <a:lnTo>
                    <a:pt x="2672539" y="2362199"/>
                  </a:lnTo>
                  <a:lnTo>
                    <a:pt x="2708826" y="2400299"/>
                  </a:lnTo>
                  <a:lnTo>
                    <a:pt x="2745668" y="2425699"/>
                  </a:lnTo>
                  <a:lnTo>
                    <a:pt x="2820977" y="2476499"/>
                  </a:lnTo>
                  <a:lnTo>
                    <a:pt x="2859423" y="2489199"/>
                  </a:lnTo>
                  <a:lnTo>
                    <a:pt x="2937846" y="2539999"/>
                  </a:lnTo>
                  <a:lnTo>
                    <a:pt x="2977803" y="2565399"/>
                  </a:lnTo>
                  <a:lnTo>
                    <a:pt x="3018241" y="2578099"/>
                  </a:lnTo>
                  <a:lnTo>
                    <a:pt x="3059152" y="2603499"/>
                  </a:lnTo>
                  <a:lnTo>
                    <a:pt x="3100525" y="2616199"/>
                  </a:lnTo>
                  <a:lnTo>
                    <a:pt x="3142349" y="2641599"/>
                  </a:lnTo>
                  <a:lnTo>
                    <a:pt x="3227309" y="2666999"/>
                  </a:lnTo>
                  <a:lnTo>
                    <a:pt x="3270424" y="2692399"/>
                  </a:lnTo>
                  <a:lnTo>
                    <a:pt x="3537356" y="2768599"/>
                  </a:lnTo>
                  <a:lnTo>
                    <a:pt x="3583121" y="2768599"/>
                  </a:lnTo>
                  <a:lnTo>
                    <a:pt x="3675650" y="2793999"/>
                  </a:lnTo>
                  <a:lnTo>
                    <a:pt x="3722393" y="2793999"/>
                  </a:lnTo>
                  <a:lnTo>
                    <a:pt x="3769443" y="2806699"/>
                  </a:lnTo>
                  <a:lnTo>
                    <a:pt x="3912320" y="2806699"/>
                  </a:lnTo>
                  <a:lnTo>
                    <a:pt x="3960487" y="2819399"/>
                  </a:lnTo>
                  <a:lnTo>
                    <a:pt x="7342647" y="2819399"/>
                  </a:lnTo>
                  <a:lnTo>
                    <a:pt x="7317356" y="2857499"/>
                  </a:lnTo>
                  <a:lnTo>
                    <a:pt x="7291659" y="2895599"/>
                  </a:lnTo>
                  <a:lnTo>
                    <a:pt x="7265557" y="2920999"/>
                  </a:lnTo>
                  <a:lnTo>
                    <a:pt x="7239056" y="2959099"/>
                  </a:lnTo>
                  <a:lnTo>
                    <a:pt x="7212157" y="2997199"/>
                  </a:lnTo>
                  <a:lnTo>
                    <a:pt x="7184863" y="3035299"/>
                  </a:lnTo>
                  <a:lnTo>
                    <a:pt x="7157180" y="3073399"/>
                  </a:lnTo>
                  <a:lnTo>
                    <a:pt x="7129108" y="3111499"/>
                  </a:lnTo>
                  <a:lnTo>
                    <a:pt x="7100652" y="3136899"/>
                  </a:lnTo>
                  <a:lnTo>
                    <a:pt x="7071815" y="3174999"/>
                  </a:lnTo>
                  <a:lnTo>
                    <a:pt x="7042600" y="3213099"/>
                  </a:lnTo>
                  <a:lnTo>
                    <a:pt x="7013010" y="3238499"/>
                  </a:lnTo>
                  <a:lnTo>
                    <a:pt x="6983049" y="3276599"/>
                  </a:lnTo>
                  <a:lnTo>
                    <a:pt x="6952719" y="3314699"/>
                  </a:lnTo>
                  <a:lnTo>
                    <a:pt x="6922024" y="3340099"/>
                  </a:lnTo>
                  <a:lnTo>
                    <a:pt x="6890967" y="3378199"/>
                  </a:lnTo>
                  <a:lnTo>
                    <a:pt x="6859551" y="3403599"/>
                  </a:lnTo>
                  <a:lnTo>
                    <a:pt x="6827780" y="3441699"/>
                  </a:lnTo>
                  <a:lnTo>
                    <a:pt x="6795657" y="3467099"/>
                  </a:lnTo>
                  <a:lnTo>
                    <a:pt x="6763184" y="3505199"/>
                  </a:lnTo>
                  <a:lnTo>
                    <a:pt x="6730366" y="3530599"/>
                  </a:lnTo>
                  <a:lnTo>
                    <a:pt x="6697204" y="3568699"/>
                  </a:lnTo>
                  <a:lnTo>
                    <a:pt x="6629867" y="3619499"/>
                  </a:lnTo>
                  <a:lnTo>
                    <a:pt x="6595697" y="3657599"/>
                  </a:lnTo>
                  <a:lnTo>
                    <a:pt x="6526370" y="3708399"/>
                  </a:lnTo>
                  <a:lnTo>
                    <a:pt x="6455750" y="3759199"/>
                  </a:lnTo>
                  <a:lnTo>
                    <a:pt x="6419963" y="3797299"/>
                  </a:lnTo>
                  <a:lnTo>
                    <a:pt x="6310731" y="3873499"/>
                  </a:lnTo>
                  <a:lnTo>
                    <a:pt x="6198762" y="3949699"/>
                  </a:lnTo>
                  <a:lnTo>
                    <a:pt x="6122637" y="4000499"/>
                  </a:lnTo>
                  <a:lnTo>
                    <a:pt x="6084141" y="4013199"/>
                  </a:lnTo>
                  <a:lnTo>
                    <a:pt x="5927340" y="4114799"/>
                  </a:lnTo>
                  <a:lnTo>
                    <a:pt x="5887451" y="4127499"/>
                  </a:lnTo>
                  <a:lnTo>
                    <a:pt x="5806870" y="4178299"/>
                  </a:lnTo>
                  <a:lnTo>
                    <a:pt x="5766184" y="4190999"/>
                  </a:lnTo>
                  <a:lnTo>
                    <a:pt x="5725239" y="4216399"/>
                  </a:lnTo>
                  <a:lnTo>
                    <a:pt x="5684038" y="4229099"/>
                  </a:lnTo>
                  <a:lnTo>
                    <a:pt x="5642584" y="4254499"/>
                  </a:lnTo>
                  <a:lnTo>
                    <a:pt x="5600881" y="4267199"/>
                  </a:lnTo>
                  <a:lnTo>
                    <a:pt x="5558931" y="4292599"/>
                  </a:lnTo>
                  <a:lnTo>
                    <a:pt x="5474304" y="4317999"/>
                  </a:lnTo>
                  <a:lnTo>
                    <a:pt x="5431634" y="4343399"/>
                  </a:lnTo>
                  <a:lnTo>
                    <a:pt x="5214844" y="4406899"/>
                  </a:lnTo>
                  <a:lnTo>
                    <a:pt x="5170820" y="4432299"/>
                  </a:lnTo>
                  <a:lnTo>
                    <a:pt x="5037476" y="4470399"/>
                  </a:lnTo>
                  <a:close/>
                </a:path>
                <a:path w="8018144" h="4597400">
                  <a:moveTo>
                    <a:pt x="7342647" y="2819399"/>
                  </a:moveTo>
                  <a:lnTo>
                    <a:pt x="4057329" y="2819399"/>
                  </a:lnTo>
                  <a:lnTo>
                    <a:pt x="4105496" y="2806699"/>
                  </a:lnTo>
                  <a:lnTo>
                    <a:pt x="4248373" y="2806699"/>
                  </a:lnTo>
                  <a:lnTo>
                    <a:pt x="4295423" y="2793999"/>
                  </a:lnTo>
                  <a:lnTo>
                    <a:pt x="4342166" y="2793999"/>
                  </a:lnTo>
                  <a:lnTo>
                    <a:pt x="4434696" y="2768599"/>
                  </a:lnTo>
                  <a:lnTo>
                    <a:pt x="4480460" y="2768599"/>
                  </a:lnTo>
                  <a:lnTo>
                    <a:pt x="4747392" y="2692399"/>
                  </a:lnTo>
                  <a:lnTo>
                    <a:pt x="4790507" y="2666999"/>
                  </a:lnTo>
                  <a:lnTo>
                    <a:pt x="4875467" y="2641599"/>
                  </a:lnTo>
                  <a:lnTo>
                    <a:pt x="4917291" y="2616199"/>
                  </a:lnTo>
                  <a:lnTo>
                    <a:pt x="4958664" y="2603499"/>
                  </a:lnTo>
                  <a:lnTo>
                    <a:pt x="4999575" y="2578099"/>
                  </a:lnTo>
                  <a:lnTo>
                    <a:pt x="5040014" y="2565399"/>
                  </a:lnTo>
                  <a:lnTo>
                    <a:pt x="5079970" y="2539999"/>
                  </a:lnTo>
                  <a:lnTo>
                    <a:pt x="5158393" y="2489199"/>
                  </a:lnTo>
                  <a:lnTo>
                    <a:pt x="5196839" y="2476499"/>
                  </a:lnTo>
                  <a:lnTo>
                    <a:pt x="5272148" y="2425699"/>
                  </a:lnTo>
                  <a:lnTo>
                    <a:pt x="5308990" y="2400299"/>
                  </a:lnTo>
                  <a:lnTo>
                    <a:pt x="5345277" y="2362199"/>
                  </a:lnTo>
                  <a:lnTo>
                    <a:pt x="5380998" y="2336799"/>
                  </a:lnTo>
                  <a:lnTo>
                    <a:pt x="5416142" y="2311399"/>
                  </a:lnTo>
                  <a:lnTo>
                    <a:pt x="5450700" y="2285999"/>
                  </a:lnTo>
                  <a:lnTo>
                    <a:pt x="5484661" y="2247899"/>
                  </a:lnTo>
                  <a:lnTo>
                    <a:pt x="5518014" y="2222499"/>
                  </a:lnTo>
                  <a:lnTo>
                    <a:pt x="5550750" y="2197099"/>
                  </a:lnTo>
                  <a:lnTo>
                    <a:pt x="5582857" y="2158999"/>
                  </a:lnTo>
                  <a:lnTo>
                    <a:pt x="5614325" y="2133599"/>
                  </a:lnTo>
                  <a:lnTo>
                    <a:pt x="5645144" y="2095499"/>
                  </a:lnTo>
                  <a:lnTo>
                    <a:pt x="5675304" y="2057399"/>
                  </a:lnTo>
                  <a:lnTo>
                    <a:pt x="5704793" y="2031999"/>
                  </a:lnTo>
                  <a:lnTo>
                    <a:pt x="5733603" y="1993899"/>
                  </a:lnTo>
                  <a:lnTo>
                    <a:pt x="5761721" y="1955799"/>
                  </a:lnTo>
                  <a:lnTo>
                    <a:pt x="5789138" y="1917699"/>
                  </a:lnTo>
                  <a:lnTo>
                    <a:pt x="5815844" y="1892299"/>
                  </a:lnTo>
                  <a:lnTo>
                    <a:pt x="5841828" y="1854199"/>
                  </a:lnTo>
                  <a:lnTo>
                    <a:pt x="5867079" y="1816099"/>
                  </a:lnTo>
                  <a:lnTo>
                    <a:pt x="5891587" y="1777999"/>
                  </a:lnTo>
                  <a:lnTo>
                    <a:pt x="5915342" y="1739899"/>
                  </a:lnTo>
                  <a:lnTo>
                    <a:pt x="5938333" y="1701799"/>
                  </a:lnTo>
                  <a:lnTo>
                    <a:pt x="5960551" y="1663699"/>
                  </a:lnTo>
                  <a:lnTo>
                    <a:pt x="5981983" y="1612899"/>
                  </a:lnTo>
                  <a:lnTo>
                    <a:pt x="6002621" y="1574799"/>
                  </a:lnTo>
                  <a:lnTo>
                    <a:pt x="6022454" y="1536699"/>
                  </a:lnTo>
                  <a:lnTo>
                    <a:pt x="6041470" y="1498599"/>
                  </a:lnTo>
                  <a:lnTo>
                    <a:pt x="6059661" y="1460499"/>
                  </a:lnTo>
                  <a:lnTo>
                    <a:pt x="6077015" y="1409699"/>
                  </a:lnTo>
                  <a:lnTo>
                    <a:pt x="6093522" y="1371599"/>
                  </a:lnTo>
                  <a:lnTo>
                    <a:pt x="6109172" y="1320799"/>
                  </a:lnTo>
                  <a:lnTo>
                    <a:pt x="6123954" y="1282699"/>
                  </a:lnTo>
                  <a:lnTo>
                    <a:pt x="6137857" y="1244599"/>
                  </a:lnTo>
                  <a:lnTo>
                    <a:pt x="6150872" y="1193799"/>
                  </a:lnTo>
                  <a:lnTo>
                    <a:pt x="6162988" y="1155699"/>
                  </a:lnTo>
                  <a:lnTo>
                    <a:pt x="6174195" y="1104899"/>
                  </a:lnTo>
                  <a:lnTo>
                    <a:pt x="6184482" y="1054099"/>
                  </a:lnTo>
                  <a:lnTo>
                    <a:pt x="6193838" y="1015999"/>
                  </a:lnTo>
                  <a:lnTo>
                    <a:pt x="6202254" y="965199"/>
                  </a:lnTo>
                  <a:lnTo>
                    <a:pt x="6209718" y="927099"/>
                  </a:lnTo>
                  <a:lnTo>
                    <a:pt x="6216221" y="876299"/>
                  </a:lnTo>
                  <a:lnTo>
                    <a:pt x="6221753" y="825499"/>
                  </a:lnTo>
                  <a:lnTo>
                    <a:pt x="6226302" y="774699"/>
                  </a:lnTo>
                  <a:lnTo>
                    <a:pt x="6229858" y="736599"/>
                  </a:lnTo>
                  <a:lnTo>
                    <a:pt x="6232411" y="685799"/>
                  </a:lnTo>
                  <a:lnTo>
                    <a:pt x="6233950" y="634999"/>
                  </a:lnTo>
                  <a:lnTo>
                    <a:pt x="6234466" y="584199"/>
                  </a:lnTo>
                  <a:lnTo>
                    <a:pt x="6233949" y="546099"/>
                  </a:lnTo>
                  <a:lnTo>
                    <a:pt x="6232407" y="495299"/>
                  </a:lnTo>
                  <a:lnTo>
                    <a:pt x="6229851" y="444499"/>
                  </a:lnTo>
                  <a:lnTo>
                    <a:pt x="6226289" y="393699"/>
                  </a:lnTo>
                  <a:lnTo>
                    <a:pt x="6221733" y="342899"/>
                  </a:lnTo>
                  <a:lnTo>
                    <a:pt x="6216194" y="304799"/>
                  </a:lnTo>
                  <a:lnTo>
                    <a:pt x="6209681" y="253999"/>
                  </a:lnTo>
                  <a:lnTo>
                    <a:pt x="6202206" y="203199"/>
                  </a:lnTo>
                  <a:lnTo>
                    <a:pt x="6193778" y="165099"/>
                  </a:lnTo>
                  <a:lnTo>
                    <a:pt x="6184409" y="114299"/>
                  </a:lnTo>
                  <a:lnTo>
                    <a:pt x="6174108" y="76199"/>
                  </a:lnTo>
                  <a:lnTo>
                    <a:pt x="6162887" y="25399"/>
                  </a:lnTo>
                  <a:lnTo>
                    <a:pt x="6153866" y="0"/>
                  </a:lnTo>
                  <a:lnTo>
                    <a:pt x="7973951" y="0"/>
                  </a:lnTo>
                  <a:lnTo>
                    <a:pt x="7977434" y="12699"/>
                  </a:lnTo>
                  <a:lnTo>
                    <a:pt x="7983819" y="63499"/>
                  </a:lnTo>
                  <a:lnTo>
                    <a:pt x="7989666" y="114299"/>
                  </a:lnTo>
                  <a:lnTo>
                    <a:pt x="7994972" y="152399"/>
                  </a:lnTo>
                  <a:lnTo>
                    <a:pt x="7999732" y="203199"/>
                  </a:lnTo>
                  <a:lnTo>
                    <a:pt x="8003944" y="253999"/>
                  </a:lnTo>
                  <a:lnTo>
                    <a:pt x="8007606" y="304799"/>
                  </a:lnTo>
                  <a:lnTo>
                    <a:pt x="8010712" y="342899"/>
                  </a:lnTo>
                  <a:lnTo>
                    <a:pt x="8013261" y="393699"/>
                  </a:lnTo>
                  <a:lnTo>
                    <a:pt x="8015250" y="444499"/>
                  </a:lnTo>
                  <a:lnTo>
                    <a:pt x="8016674" y="495299"/>
                  </a:lnTo>
                  <a:lnTo>
                    <a:pt x="8017530" y="546099"/>
                  </a:lnTo>
                  <a:lnTo>
                    <a:pt x="8017817" y="584199"/>
                  </a:lnTo>
                  <a:lnTo>
                    <a:pt x="8017530" y="634999"/>
                  </a:lnTo>
                  <a:lnTo>
                    <a:pt x="8016674" y="685799"/>
                  </a:lnTo>
                  <a:lnTo>
                    <a:pt x="8015250" y="736599"/>
                  </a:lnTo>
                  <a:lnTo>
                    <a:pt x="8013261" y="787399"/>
                  </a:lnTo>
                  <a:lnTo>
                    <a:pt x="8010712" y="825499"/>
                  </a:lnTo>
                  <a:lnTo>
                    <a:pt x="8007606" y="876299"/>
                  </a:lnTo>
                  <a:lnTo>
                    <a:pt x="8003944" y="927099"/>
                  </a:lnTo>
                  <a:lnTo>
                    <a:pt x="7999732" y="977899"/>
                  </a:lnTo>
                  <a:lnTo>
                    <a:pt x="7994972" y="1015999"/>
                  </a:lnTo>
                  <a:lnTo>
                    <a:pt x="7989666" y="1066799"/>
                  </a:lnTo>
                  <a:lnTo>
                    <a:pt x="7983819" y="1117599"/>
                  </a:lnTo>
                  <a:lnTo>
                    <a:pt x="7977434" y="1155699"/>
                  </a:lnTo>
                  <a:lnTo>
                    <a:pt x="7970513" y="1206499"/>
                  </a:lnTo>
                  <a:lnTo>
                    <a:pt x="7963061" y="1257299"/>
                  </a:lnTo>
                  <a:lnTo>
                    <a:pt x="7955080" y="1295399"/>
                  </a:lnTo>
                  <a:lnTo>
                    <a:pt x="7946573" y="1346199"/>
                  </a:lnTo>
                  <a:lnTo>
                    <a:pt x="7937543" y="1384299"/>
                  </a:lnTo>
                  <a:lnTo>
                    <a:pt x="7927995" y="1435099"/>
                  </a:lnTo>
                  <a:lnTo>
                    <a:pt x="7917931" y="1485899"/>
                  </a:lnTo>
                  <a:lnTo>
                    <a:pt x="7907354" y="1523999"/>
                  </a:lnTo>
                  <a:lnTo>
                    <a:pt x="7896267" y="1574799"/>
                  </a:lnTo>
                  <a:lnTo>
                    <a:pt x="7884674" y="1612899"/>
                  </a:lnTo>
                  <a:lnTo>
                    <a:pt x="7872578" y="1663699"/>
                  </a:lnTo>
                  <a:lnTo>
                    <a:pt x="7859982" y="1701799"/>
                  </a:lnTo>
                  <a:lnTo>
                    <a:pt x="7846889" y="1752599"/>
                  </a:lnTo>
                  <a:lnTo>
                    <a:pt x="7833303" y="1790699"/>
                  </a:lnTo>
                  <a:lnTo>
                    <a:pt x="7819226" y="1841499"/>
                  </a:lnTo>
                  <a:lnTo>
                    <a:pt x="7804663" y="1879599"/>
                  </a:lnTo>
                  <a:lnTo>
                    <a:pt x="7789615" y="1930399"/>
                  </a:lnTo>
                  <a:lnTo>
                    <a:pt x="7774087" y="1968499"/>
                  </a:lnTo>
                  <a:lnTo>
                    <a:pt x="7758082" y="2006599"/>
                  </a:lnTo>
                  <a:lnTo>
                    <a:pt x="7741602" y="2057399"/>
                  </a:lnTo>
                  <a:lnTo>
                    <a:pt x="7724651" y="2095499"/>
                  </a:lnTo>
                  <a:lnTo>
                    <a:pt x="7707233" y="2133599"/>
                  </a:lnTo>
                  <a:lnTo>
                    <a:pt x="7689349" y="2184399"/>
                  </a:lnTo>
                  <a:lnTo>
                    <a:pt x="7671005" y="2222499"/>
                  </a:lnTo>
                  <a:lnTo>
                    <a:pt x="7652202" y="2260599"/>
                  </a:lnTo>
                  <a:lnTo>
                    <a:pt x="7632944" y="2298699"/>
                  </a:lnTo>
                  <a:lnTo>
                    <a:pt x="7613234" y="2349499"/>
                  </a:lnTo>
                  <a:lnTo>
                    <a:pt x="7593076" y="2387599"/>
                  </a:lnTo>
                  <a:lnTo>
                    <a:pt x="7572472" y="2425699"/>
                  </a:lnTo>
                  <a:lnTo>
                    <a:pt x="7551427" y="2463799"/>
                  </a:lnTo>
                  <a:lnTo>
                    <a:pt x="7529942" y="2501899"/>
                  </a:lnTo>
                  <a:lnTo>
                    <a:pt x="7508022" y="2552699"/>
                  </a:lnTo>
                  <a:lnTo>
                    <a:pt x="7485669" y="2590799"/>
                  </a:lnTo>
                  <a:lnTo>
                    <a:pt x="7462886" y="2628899"/>
                  </a:lnTo>
                  <a:lnTo>
                    <a:pt x="7439678" y="2666999"/>
                  </a:lnTo>
                  <a:lnTo>
                    <a:pt x="7416047" y="2705099"/>
                  </a:lnTo>
                  <a:lnTo>
                    <a:pt x="7391996" y="2743199"/>
                  </a:lnTo>
                  <a:lnTo>
                    <a:pt x="7367528" y="2781299"/>
                  </a:lnTo>
                  <a:lnTo>
                    <a:pt x="7342647" y="2819399"/>
                  </a:lnTo>
                  <a:close/>
                </a:path>
                <a:path w="8018144" h="4597400">
                  <a:moveTo>
                    <a:pt x="4811184" y="4521199"/>
                  </a:moveTo>
                  <a:lnTo>
                    <a:pt x="3206632" y="4521199"/>
                  </a:lnTo>
                  <a:lnTo>
                    <a:pt x="3025202" y="4470399"/>
                  </a:lnTo>
                  <a:lnTo>
                    <a:pt x="4992614" y="4470399"/>
                  </a:lnTo>
                  <a:lnTo>
                    <a:pt x="4811184" y="4521199"/>
                  </a:lnTo>
                  <a:close/>
                </a:path>
                <a:path w="8018144" h="4597400">
                  <a:moveTo>
                    <a:pt x="4673119" y="4546599"/>
                  </a:moveTo>
                  <a:lnTo>
                    <a:pt x="3344697" y="4546599"/>
                  </a:lnTo>
                  <a:lnTo>
                    <a:pt x="3252469" y="4521199"/>
                  </a:lnTo>
                  <a:lnTo>
                    <a:pt x="4765347" y="4521199"/>
                  </a:lnTo>
                  <a:lnTo>
                    <a:pt x="4673119" y="4546599"/>
                  </a:lnTo>
                  <a:close/>
                </a:path>
                <a:path w="8018144" h="4597400">
                  <a:moveTo>
                    <a:pt x="4580175" y="4559299"/>
                  </a:moveTo>
                  <a:lnTo>
                    <a:pt x="3437641" y="4559299"/>
                  </a:lnTo>
                  <a:lnTo>
                    <a:pt x="3391081" y="4546599"/>
                  </a:lnTo>
                  <a:lnTo>
                    <a:pt x="4626735" y="4546599"/>
                  </a:lnTo>
                  <a:lnTo>
                    <a:pt x="4580175" y="4559299"/>
                  </a:lnTo>
                  <a:close/>
                </a:path>
                <a:path w="8018144" h="4597400">
                  <a:moveTo>
                    <a:pt x="4486541" y="4571999"/>
                  </a:moveTo>
                  <a:lnTo>
                    <a:pt x="3531275" y="4571999"/>
                  </a:lnTo>
                  <a:lnTo>
                    <a:pt x="3484373" y="4559299"/>
                  </a:lnTo>
                  <a:lnTo>
                    <a:pt x="4533443" y="4559299"/>
                  </a:lnTo>
                  <a:lnTo>
                    <a:pt x="4486541" y="4571999"/>
                  </a:lnTo>
                  <a:close/>
                </a:path>
                <a:path w="8018144" h="4597400">
                  <a:moveTo>
                    <a:pt x="4392241" y="4584699"/>
                  </a:moveTo>
                  <a:lnTo>
                    <a:pt x="3625575" y="4584699"/>
                  </a:lnTo>
                  <a:lnTo>
                    <a:pt x="3578343" y="4571999"/>
                  </a:lnTo>
                  <a:lnTo>
                    <a:pt x="4439473" y="4571999"/>
                  </a:lnTo>
                  <a:lnTo>
                    <a:pt x="4392241" y="4584699"/>
                  </a:lnTo>
                  <a:close/>
                </a:path>
                <a:path w="8018144" h="4597400">
                  <a:moveTo>
                    <a:pt x="4201750" y="4597399"/>
                  </a:moveTo>
                  <a:lnTo>
                    <a:pt x="3816066" y="4597399"/>
                  </a:lnTo>
                  <a:lnTo>
                    <a:pt x="3768214" y="4584699"/>
                  </a:lnTo>
                  <a:lnTo>
                    <a:pt x="4249602" y="4584699"/>
                  </a:lnTo>
                  <a:lnTo>
                    <a:pt x="4201750" y="4597399"/>
                  </a:lnTo>
                  <a:close/>
                </a:path>
              </a:pathLst>
            </a:custGeom>
            <a:solidFill>
              <a:srgbClr val="005D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8298" y="1779670"/>
              <a:ext cx="3576371" cy="6671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61011" y="2616636"/>
              <a:ext cx="2087031" cy="50537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83688" y="3157758"/>
              <a:ext cx="1062355" cy="723265"/>
            </a:xfrm>
            <a:custGeom>
              <a:avLst/>
              <a:gdLst/>
              <a:ahLst/>
              <a:cxnLst/>
              <a:rect l="l" t="t" r="r" b="b"/>
              <a:pathLst>
                <a:path w="1062354" h="723264">
                  <a:moveTo>
                    <a:pt x="1061875" y="722978"/>
                  </a:moveTo>
                  <a:lnTo>
                    <a:pt x="0" y="722978"/>
                  </a:lnTo>
                  <a:lnTo>
                    <a:pt x="0" y="0"/>
                  </a:lnTo>
                  <a:lnTo>
                    <a:pt x="1061875" y="0"/>
                  </a:lnTo>
                  <a:lnTo>
                    <a:pt x="1061875" y="722978"/>
                  </a:lnTo>
                  <a:close/>
                </a:path>
              </a:pathLst>
            </a:custGeom>
            <a:solidFill>
              <a:srgbClr val="005D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83688" y="3880738"/>
              <a:ext cx="1062355" cy="723265"/>
            </a:xfrm>
            <a:custGeom>
              <a:avLst/>
              <a:gdLst/>
              <a:ahLst/>
              <a:cxnLst/>
              <a:rect l="l" t="t" r="r" b="b"/>
              <a:pathLst>
                <a:path w="1062354" h="723264">
                  <a:moveTo>
                    <a:pt x="1061875" y="722978"/>
                  </a:moveTo>
                  <a:lnTo>
                    <a:pt x="0" y="722978"/>
                  </a:lnTo>
                  <a:lnTo>
                    <a:pt x="0" y="0"/>
                  </a:lnTo>
                  <a:lnTo>
                    <a:pt x="1061875" y="0"/>
                  </a:lnTo>
                  <a:lnTo>
                    <a:pt x="1061875" y="722978"/>
                  </a:lnTo>
                  <a:close/>
                </a:path>
              </a:pathLst>
            </a:custGeom>
            <a:solidFill>
              <a:srgbClr val="0094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83688" y="4603716"/>
              <a:ext cx="1062355" cy="723265"/>
            </a:xfrm>
            <a:custGeom>
              <a:avLst/>
              <a:gdLst/>
              <a:ahLst/>
              <a:cxnLst/>
              <a:rect l="l" t="t" r="r" b="b"/>
              <a:pathLst>
                <a:path w="1062354" h="723264">
                  <a:moveTo>
                    <a:pt x="1061875" y="722978"/>
                  </a:moveTo>
                  <a:lnTo>
                    <a:pt x="0" y="722978"/>
                  </a:lnTo>
                  <a:lnTo>
                    <a:pt x="0" y="0"/>
                  </a:lnTo>
                  <a:lnTo>
                    <a:pt x="1061875" y="0"/>
                  </a:lnTo>
                  <a:lnTo>
                    <a:pt x="1061875" y="722978"/>
                  </a:lnTo>
                  <a:close/>
                </a:path>
              </a:pathLst>
            </a:custGeom>
            <a:solidFill>
              <a:srgbClr val="CA24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383685" y="5115635"/>
              <a:ext cx="6554470" cy="1579245"/>
            </a:xfrm>
            <a:custGeom>
              <a:avLst/>
              <a:gdLst/>
              <a:ahLst/>
              <a:cxnLst/>
              <a:rect l="l" t="t" r="r" b="b"/>
              <a:pathLst>
                <a:path w="6554469" h="1579245">
                  <a:moveTo>
                    <a:pt x="1061872" y="211061"/>
                  </a:moveTo>
                  <a:lnTo>
                    <a:pt x="0" y="211061"/>
                  </a:lnTo>
                  <a:lnTo>
                    <a:pt x="0" y="934046"/>
                  </a:lnTo>
                  <a:lnTo>
                    <a:pt x="1061872" y="934046"/>
                  </a:lnTo>
                  <a:lnTo>
                    <a:pt x="1061872" y="211061"/>
                  </a:lnTo>
                  <a:close/>
                </a:path>
                <a:path w="6554469" h="1579245">
                  <a:moveTo>
                    <a:pt x="6553936" y="789457"/>
                  </a:moveTo>
                  <a:lnTo>
                    <a:pt x="6545821" y="739101"/>
                  </a:lnTo>
                  <a:lnTo>
                    <a:pt x="6523253" y="695413"/>
                  </a:lnTo>
                  <a:lnTo>
                    <a:pt x="6488811" y="660971"/>
                  </a:lnTo>
                  <a:lnTo>
                    <a:pt x="6445110" y="638390"/>
                  </a:lnTo>
                  <a:lnTo>
                    <a:pt x="6394767" y="630288"/>
                  </a:lnTo>
                  <a:lnTo>
                    <a:pt x="6148298" y="630288"/>
                  </a:lnTo>
                  <a:lnTo>
                    <a:pt x="6322339" y="456196"/>
                  </a:lnTo>
                  <a:lnTo>
                    <a:pt x="6352222" y="414997"/>
                  </a:lnTo>
                  <a:lnTo>
                    <a:pt x="6367170" y="368198"/>
                  </a:lnTo>
                  <a:lnTo>
                    <a:pt x="6367170" y="319506"/>
                  </a:lnTo>
                  <a:lnTo>
                    <a:pt x="6352222" y="272630"/>
                  </a:lnTo>
                  <a:lnTo>
                    <a:pt x="6322339" y="231279"/>
                  </a:lnTo>
                  <a:lnTo>
                    <a:pt x="6281140" y="201396"/>
                  </a:lnTo>
                  <a:lnTo>
                    <a:pt x="6234341" y="186448"/>
                  </a:lnTo>
                  <a:lnTo>
                    <a:pt x="6185649" y="186448"/>
                  </a:lnTo>
                  <a:lnTo>
                    <a:pt x="6138773" y="201396"/>
                  </a:lnTo>
                  <a:lnTo>
                    <a:pt x="6097422" y="231279"/>
                  </a:lnTo>
                  <a:lnTo>
                    <a:pt x="5923331" y="405434"/>
                  </a:lnTo>
                  <a:lnTo>
                    <a:pt x="5923331" y="159169"/>
                  </a:lnTo>
                  <a:lnTo>
                    <a:pt x="5915215" y="108813"/>
                  </a:lnTo>
                  <a:lnTo>
                    <a:pt x="5892647" y="65125"/>
                  </a:lnTo>
                  <a:lnTo>
                    <a:pt x="5858205" y="30683"/>
                  </a:lnTo>
                  <a:lnTo>
                    <a:pt x="5814504" y="8102"/>
                  </a:lnTo>
                  <a:lnTo>
                    <a:pt x="5764161" y="0"/>
                  </a:lnTo>
                  <a:lnTo>
                    <a:pt x="5713819" y="8102"/>
                  </a:lnTo>
                  <a:lnTo>
                    <a:pt x="5670118" y="30683"/>
                  </a:lnTo>
                  <a:lnTo>
                    <a:pt x="5635688" y="65125"/>
                  </a:lnTo>
                  <a:lnTo>
                    <a:pt x="5613108" y="108813"/>
                  </a:lnTo>
                  <a:lnTo>
                    <a:pt x="5605005" y="159169"/>
                  </a:lnTo>
                  <a:lnTo>
                    <a:pt x="5605005" y="405434"/>
                  </a:lnTo>
                  <a:lnTo>
                    <a:pt x="5430913" y="231279"/>
                  </a:lnTo>
                  <a:lnTo>
                    <a:pt x="5389715" y="201396"/>
                  </a:lnTo>
                  <a:lnTo>
                    <a:pt x="5342915" y="186448"/>
                  </a:lnTo>
                  <a:lnTo>
                    <a:pt x="5294223" y="186448"/>
                  </a:lnTo>
                  <a:lnTo>
                    <a:pt x="5247348" y="201396"/>
                  </a:lnTo>
                  <a:lnTo>
                    <a:pt x="5205996" y="231279"/>
                  </a:lnTo>
                  <a:lnTo>
                    <a:pt x="5176101" y="272630"/>
                  </a:lnTo>
                  <a:lnTo>
                    <a:pt x="5161153" y="319506"/>
                  </a:lnTo>
                  <a:lnTo>
                    <a:pt x="5161153" y="368198"/>
                  </a:lnTo>
                  <a:lnTo>
                    <a:pt x="5176101" y="414997"/>
                  </a:lnTo>
                  <a:lnTo>
                    <a:pt x="5205996" y="456196"/>
                  </a:lnTo>
                  <a:lnTo>
                    <a:pt x="5380025" y="630288"/>
                  </a:lnTo>
                  <a:lnTo>
                    <a:pt x="5133873" y="630288"/>
                  </a:lnTo>
                  <a:lnTo>
                    <a:pt x="5083530" y="638390"/>
                  </a:lnTo>
                  <a:lnTo>
                    <a:pt x="5039830" y="660971"/>
                  </a:lnTo>
                  <a:lnTo>
                    <a:pt x="5005400" y="695413"/>
                  </a:lnTo>
                  <a:lnTo>
                    <a:pt x="4982819" y="739101"/>
                  </a:lnTo>
                  <a:lnTo>
                    <a:pt x="4974717" y="789457"/>
                  </a:lnTo>
                  <a:lnTo>
                    <a:pt x="4982819" y="839800"/>
                  </a:lnTo>
                  <a:lnTo>
                    <a:pt x="5005400" y="883488"/>
                  </a:lnTo>
                  <a:lnTo>
                    <a:pt x="5039830" y="917930"/>
                  </a:lnTo>
                  <a:lnTo>
                    <a:pt x="5083530" y="940511"/>
                  </a:lnTo>
                  <a:lnTo>
                    <a:pt x="5133873" y="948613"/>
                  </a:lnTo>
                  <a:lnTo>
                    <a:pt x="5380342" y="948613"/>
                  </a:lnTo>
                  <a:lnTo>
                    <a:pt x="5205996" y="1123022"/>
                  </a:lnTo>
                  <a:lnTo>
                    <a:pt x="5176101" y="1164221"/>
                  </a:lnTo>
                  <a:lnTo>
                    <a:pt x="5161153" y="1211021"/>
                  </a:lnTo>
                  <a:lnTo>
                    <a:pt x="5161153" y="1259713"/>
                  </a:lnTo>
                  <a:lnTo>
                    <a:pt x="5176101" y="1306588"/>
                  </a:lnTo>
                  <a:lnTo>
                    <a:pt x="5205996" y="1347939"/>
                  </a:lnTo>
                  <a:lnTo>
                    <a:pt x="5247195" y="1377683"/>
                  </a:lnTo>
                  <a:lnTo>
                    <a:pt x="5293995" y="1392542"/>
                  </a:lnTo>
                  <a:lnTo>
                    <a:pt x="5342687" y="1392542"/>
                  </a:lnTo>
                  <a:lnTo>
                    <a:pt x="5389562" y="1377683"/>
                  </a:lnTo>
                  <a:lnTo>
                    <a:pt x="5430913" y="1347939"/>
                  </a:lnTo>
                  <a:lnTo>
                    <a:pt x="5605005" y="1173797"/>
                  </a:lnTo>
                  <a:lnTo>
                    <a:pt x="5605005" y="1420063"/>
                  </a:lnTo>
                  <a:lnTo>
                    <a:pt x="5613108" y="1470406"/>
                  </a:lnTo>
                  <a:lnTo>
                    <a:pt x="5635688" y="1514094"/>
                  </a:lnTo>
                  <a:lnTo>
                    <a:pt x="5670118" y="1548536"/>
                  </a:lnTo>
                  <a:lnTo>
                    <a:pt x="5713819" y="1571117"/>
                  </a:lnTo>
                  <a:lnTo>
                    <a:pt x="5764161" y="1579219"/>
                  </a:lnTo>
                  <a:lnTo>
                    <a:pt x="5814504" y="1571078"/>
                  </a:lnTo>
                  <a:lnTo>
                    <a:pt x="5858205" y="1548447"/>
                  </a:lnTo>
                  <a:lnTo>
                    <a:pt x="5892647" y="1513967"/>
                  </a:lnTo>
                  <a:lnTo>
                    <a:pt x="5915215" y="1470279"/>
                  </a:lnTo>
                  <a:lnTo>
                    <a:pt x="5923331" y="1420063"/>
                  </a:lnTo>
                  <a:lnTo>
                    <a:pt x="5923331" y="1173797"/>
                  </a:lnTo>
                  <a:lnTo>
                    <a:pt x="6097422" y="1347939"/>
                  </a:lnTo>
                  <a:lnTo>
                    <a:pt x="6138621" y="1377835"/>
                  </a:lnTo>
                  <a:lnTo>
                    <a:pt x="6185420" y="1392770"/>
                  </a:lnTo>
                  <a:lnTo>
                    <a:pt x="6234112" y="1392770"/>
                  </a:lnTo>
                  <a:lnTo>
                    <a:pt x="6280988" y="1377835"/>
                  </a:lnTo>
                  <a:lnTo>
                    <a:pt x="6322339" y="1347939"/>
                  </a:lnTo>
                  <a:lnTo>
                    <a:pt x="6352222" y="1306741"/>
                  </a:lnTo>
                  <a:lnTo>
                    <a:pt x="6367170" y="1259941"/>
                  </a:lnTo>
                  <a:lnTo>
                    <a:pt x="6367170" y="1211249"/>
                  </a:lnTo>
                  <a:lnTo>
                    <a:pt x="6352222" y="1164374"/>
                  </a:lnTo>
                  <a:lnTo>
                    <a:pt x="6322339" y="1123022"/>
                  </a:lnTo>
                  <a:lnTo>
                    <a:pt x="6147981" y="948613"/>
                  </a:lnTo>
                  <a:lnTo>
                    <a:pt x="6394767" y="948613"/>
                  </a:lnTo>
                  <a:lnTo>
                    <a:pt x="6445110" y="940511"/>
                  </a:lnTo>
                  <a:lnTo>
                    <a:pt x="6488811" y="917930"/>
                  </a:lnTo>
                  <a:lnTo>
                    <a:pt x="6523253" y="883488"/>
                  </a:lnTo>
                  <a:lnTo>
                    <a:pt x="6545821" y="839800"/>
                  </a:lnTo>
                  <a:lnTo>
                    <a:pt x="6553936" y="789457"/>
                  </a:lnTo>
                  <a:close/>
                </a:path>
              </a:pathLst>
            </a:custGeom>
            <a:solidFill>
              <a:srgbClr val="FEBC3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0" y="1230395"/>
            <a:ext cx="866775" cy="1386840"/>
          </a:xfrm>
          <a:custGeom>
            <a:avLst/>
            <a:gdLst/>
            <a:ahLst/>
            <a:cxnLst/>
            <a:rect l="l" t="t" r="r" b="b"/>
            <a:pathLst>
              <a:path w="866775" h="1386839">
                <a:moveTo>
                  <a:pt x="318802" y="1386819"/>
                </a:moveTo>
                <a:lnTo>
                  <a:pt x="26974" y="1386819"/>
                </a:lnTo>
                <a:lnTo>
                  <a:pt x="26974" y="1045824"/>
                </a:lnTo>
                <a:lnTo>
                  <a:pt x="0" y="1072780"/>
                </a:lnTo>
                <a:lnTo>
                  <a:pt x="0" y="314038"/>
                </a:lnTo>
                <a:lnTo>
                  <a:pt x="26974" y="340995"/>
                </a:lnTo>
                <a:lnTo>
                  <a:pt x="26974" y="0"/>
                </a:lnTo>
                <a:lnTo>
                  <a:pt x="318802" y="0"/>
                </a:lnTo>
                <a:lnTo>
                  <a:pt x="318802" y="340995"/>
                </a:lnTo>
                <a:lnTo>
                  <a:pt x="560036" y="99919"/>
                </a:lnTo>
                <a:lnTo>
                  <a:pt x="766378" y="306261"/>
                </a:lnTo>
                <a:lnTo>
                  <a:pt x="525303" y="547495"/>
                </a:lnTo>
                <a:lnTo>
                  <a:pt x="866298" y="547495"/>
                </a:lnTo>
                <a:lnTo>
                  <a:pt x="866298" y="839323"/>
                </a:lnTo>
                <a:lnTo>
                  <a:pt x="525303" y="839323"/>
                </a:lnTo>
                <a:lnTo>
                  <a:pt x="766378" y="1080558"/>
                </a:lnTo>
                <a:lnTo>
                  <a:pt x="560036" y="1286899"/>
                </a:lnTo>
                <a:lnTo>
                  <a:pt x="318802" y="1045824"/>
                </a:lnTo>
                <a:lnTo>
                  <a:pt x="318802" y="1386819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25907" y="8846134"/>
            <a:ext cx="1019810" cy="516890"/>
          </a:xfrm>
          <a:custGeom>
            <a:avLst/>
            <a:gdLst/>
            <a:ahLst/>
            <a:cxnLst/>
            <a:rect l="l" t="t" r="r" b="b"/>
            <a:pathLst>
              <a:path w="1019809" h="516890">
                <a:moveTo>
                  <a:pt x="761605" y="516856"/>
                </a:moveTo>
                <a:lnTo>
                  <a:pt x="716061" y="512880"/>
                </a:lnTo>
                <a:lnTo>
                  <a:pt x="671930" y="500941"/>
                </a:lnTo>
                <a:lnTo>
                  <a:pt x="630594" y="481412"/>
                </a:lnTo>
                <a:lnTo>
                  <a:pt x="593345" y="454904"/>
                </a:lnTo>
                <a:lnTo>
                  <a:pt x="561351" y="422248"/>
                </a:lnTo>
                <a:lnTo>
                  <a:pt x="535611" y="384465"/>
                </a:lnTo>
                <a:lnTo>
                  <a:pt x="528304" y="370489"/>
                </a:lnTo>
                <a:lnTo>
                  <a:pt x="525493" y="367431"/>
                </a:lnTo>
                <a:lnTo>
                  <a:pt x="518140" y="362905"/>
                </a:lnTo>
                <a:lnTo>
                  <a:pt x="514143" y="361774"/>
                </a:lnTo>
                <a:lnTo>
                  <a:pt x="505509" y="361774"/>
                </a:lnTo>
                <a:lnTo>
                  <a:pt x="501512" y="362905"/>
                </a:lnTo>
                <a:lnTo>
                  <a:pt x="494159" y="367431"/>
                </a:lnTo>
                <a:lnTo>
                  <a:pt x="491348" y="370489"/>
                </a:lnTo>
                <a:lnTo>
                  <a:pt x="486081" y="380740"/>
                </a:lnTo>
                <a:lnTo>
                  <a:pt x="482585" y="387036"/>
                </a:lnTo>
                <a:lnTo>
                  <a:pt x="458042" y="422562"/>
                </a:lnTo>
                <a:lnTo>
                  <a:pt x="427928" y="453507"/>
                </a:lnTo>
                <a:lnTo>
                  <a:pt x="393081" y="479006"/>
                </a:lnTo>
                <a:lnTo>
                  <a:pt x="354476" y="498347"/>
                </a:lnTo>
                <a:lnTo>
                  <a:pt x="313189" y="510989"/>
                </a:lnTo>
                <a:lnTo>
                  <a:pt x="270373" y="516582"/>
                </a:lnTo>
                <a:lnTo>
                  <a:pt x="255967" y="516846"/>
                </a:lnTo>
                <a:lnTo>
                  <a:pt x="248762" y="516677"/>
                </a:lnTo>
                <a:lnTo>
                  <a:pt x="205904" y="511464"/>
                </a:lnTo>
                <a:lnTo>
                  <a:pt x="164501" y="499184"/>
                </a:lnTo>
                <a:lnTo>
                  <a:pt x="125731" y="480188"/>
                </a:lnTo>
                <a:lnTo>
                  <a:pt x="90656" y="454995"/>
                </a:lnTo>
                <a:lnTo>
                  <a:pt x="60274" y="424321"/>
                </a:lnTo>
                <a:lnTo>
                  <a:pt x="35416" y="389008"/>
                </a:lnTo>
                <a:lnTo>
                  <a:pt x="16789" y="350059"/>
                </a:lnTo>
                <a:lnTo>
                  <a:pt x="4905" y="308541"/>
                </a:lnTo>
                <a:lnTo>
                  <a:pt x="100" y="265635"/>
                </a:lnTo>
                <a:lnTo>
                  <a:pt x="0" y="258429"/>
                </a:lnTo>
                <a:lnTo>
                  <a:pt x="100" y="251222"/>
                </a:lnTo>
                <a:lnTo>
                  <a:pt x="4905" y="208316"/>
                </a:lnTo>
                <a:lnTo>
                  <a:pt x="16789" y="166799"/>
                </a:lnTo>
                <a:lnTo>
                  <a:pt x="35416" y="127850"/>
                </a:lnTo>
                <a:lnTo>
                  <a:pt x="60274" y="92536"/>
                </a:lnTo>
                <a:lnTo>
                  <a:pt x="90656" y="61863"/>
                </a:lnTo>
                <a:lnTo>
                  <a:pt x="125731" y="36669"/>
                </a:lnTo>
                <a:lnTo>
                  <a:pt x="164501" y="17673"/>
                </a:lnTo>
                <a:lnTo>
                  <a:pt x="205904" y="5393"/>
                </a:lnTo>
                <a:lnTo>
                  <a:pt x="248762" y="180"/>
                </a:lnTo>
                <a:lnTo>
                  <a:pt x="255967" y="11"/>
                </a:lnTo>
                <a:lnTo>
                  <a:pt x="263175" y="43"/>
                </a:lnTo>
                <a:lnTo>
                  <a:pt x="306124" y="4439"/>
                </a:lnTo>
                <a:lnTo>
                  <a:pt x="347753" y="15927"/>
                </a:lnTo>
                <a:lnTo>
                  <a:pt x="386878" y="34182"/>
                </a:lnTo>
                <a:lnTo>
                  <a:pt x="422426" y="58703"/>
                </a:lnTo>
                <a:lnTo>
                  <a:pt x="453388" y="88792"/>
                </a:lnTo>
                <a:lnTo>
                  <a:pt x="478914" y="123625"/>
                </a:lnTo>
                <a:lnTo>
                  <a:pt x="491348" y="146368"/>
                </a:lnTo>
                <a:lnTo>
                  <a:pt x="494159" y="149426"/>
                </a:lnTo>
                <a:lnTo>
                  <a:pt x="501512" y="153952"/>
                </a:lnTo>
                <a:lnTo>
                  <a:pt x="505509" y="155083"/>
                </a:lnTo>
                <a:lnTo>
                  <a:pt x="514143" y="155083"/>
                </a:lnTo>
                <a:lnTo>
                  <a:pt x="518140" y="153952"/>
                </a:lnTo>
                <a:lnTo>
                  <a:pt x="525493" y="149426"/>
                </a:lnTo>
                <a:lnTo>
                  <a:pt x="528303" y="146368"/>
                </a:lnTo>
                <a:lnTo>
                  <a:pt x="534376" y="134627"/>
                </a:lnTo>
                <a:lnTo>
                  <a:pt x="538768" y="126896"/>
                </a:lnTo>
                <a:lnTo>
                  <a:pt x="564579" y="90737"/>
                </a:lnTo>
                <a:lnTo>
                  <a:pt x="596210" y="59527"/>
                </a:lnTo>
                <a:lnTo>
                  <a:pt x="632721" y="34199"/>
                </a:lnTo>
                <a:lnTo>
                  <a:pt x="673022" y="15505"/>
                </a:lnTo>
                <a:lnTo>
                  <a:pt x="715930" y="3992"/>
                </a:lnTo>
                <a:lnTo>
                  <a:pt x="760186" y="0"/>
                </a:lnTo>
                <a:lnTo>
                  <a:pt x="771639" y="206"/>
                </a:lnTo>
                <a:lnTo>
                  <a:pt x="816978" y="6082"/>
                </a:lnTo>
                <a:lnTo>
                  <a:pt x="860571" y="19856"/>
                </a:lnTo>
                <a:lnTo>
                  <a:pt x="901055" y="41095"/>
                </a:lnTo>
                <a:lnTo>
                  <a:pt x="937163" y="69136"/>
                </a:lnTo>
                <a:lnTo>
                  <a:pt x="967765" y="103101"/>
                </a:lnTo>
                <a:lnTo>
                  <a:pt x="991904" y="141926"/>
                </a:lnTo>
                <a:lnTo>
                  <a:pt x="1008823" y="184398"/>
                </a:lnTo>
                <a:lnTo>
                  <a:pt x="1017993" y="229186"/>
                </a:lnTo>
                <a:lnTo>
                  <a:pt x="1019603" y="263444"/>
                </a:lnTo>
                <a:lnTo>
                  <a:pt x="1019128" y="274889"/>
                </a:lnTo>
                <a:lnTo>
                  <a:pt x="1012191" y="320077"/>
                </a:lnTo>
                <a:lnTo>
                  <a:pt x="997401" y="363336"/>
                </a:lnTo>
                <a:lnTo>
                  <a:pt x="975219" y="403312"/>
                </a:lnTo>
                <a:lnTo>
                  <a:pt x="946340" y="438753"/>
                </a:lnTo>
                <a:lnTo>
                  <a:pt x="911668" y="468551"/>
                </a:lnTo>
                <a:lnTo>
                  <a:pt x="872287" y="491773"/>
                </a:lnTo>
                <a:lnTo>
                  <a:pt x="829431" y="507693"/>
                </a:lnTo>
                <a:lnTo>
                  <a:pt x="784440" y="515812"/>
                </a:lnTo>
                <a:lnTo>
                  <a:pt x="773034" y="516588"/>
                </a:lnTo>
                <a:lnTo>
                  <a:pt x="761605" y="516856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26816" y="4279110"/>
            <a:ext cx="6792595" cy="297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800" spc="120">
                <a:latin typeface="Verdana"/>
                <a:cs typeface="Verdana"/>
              </a:rPr>
              <a:t>Manual</a:t>
            </a:r>
            <a:r>
              <a:rPr dirty="0" sz="6800" spc="-1000">
                <a:latin typeface="Verdana"/>
                <a:cs typeface="Verdana"/>
              </a:rPr>
              <a:t> </a:t>
            </a:r>
            <a:r>
              <a:rPr dirty="0" sz="6800" spc="45">
                <a:latin typeface="Verdana"/>
                <a:cs typeface="Verdana"/>
              </a:rPr>
              <a:t>Book</a:t>
            </a:r>
            <a:endParaRPr sz="680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885"/>
              </a:spcBef>
            </a:pPr>
            <a:r>
              <a:rPr dirty="0" sz="2400" spc="65" b="1">
                <a:latin typeface="Tahoma"/>
                <a:cs typeface="Tahoma"/>
              </a:rPr>
              <a:t>PENERAPAN</a:t>
            </a:r>
            <a:r>
              <a:rPr dirty="0" sz="2400" spc="85" b="1">
                <a:latin typeface="Tahoma"/>
                <a:cs typeface="Tahoma"/>
              </a:rPr>
              <a:t> </a:t>
            </a:r>
            <a:r>
              <a:rPr dirty="0" sz="2400" spc="65" b="1">
                <a:latin typeface="Tahoma"/>
                <a:cs typeface="Tahoma"/>
              </a:rPr>
              <a:t>SPREADSHEET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SEBAGAI </a:t>
            </a:r>
            <a:r>
              <a:rPr dirty="0" sz="2400" spc="-20" b="1">
                <a:latin typeface="Tahoma"/>
                <a:cs typeface="Tahoma"/>
              </a:rPr>
              <a:t>ALAT </a:t>
            </a:r>
            <a:r>
              <a:rPr dirty="0" sz="2400" b="1">
                <a:latin typeface="Tahoma"/>
                <a:cs typeface="Tahoma"/>
              </a:rPr>
              <a:t>MONITORING</a:t>
            </a:r>
            <a:r>
              <a:rPr dirty="0" sz="2400" spc="20" b="1">
                <a:latin typeface="Tahoma"/>
                <a:cs typeface="Tahoma"/>
              </a:rPr>
              <a:t> </a:t>
            </a:r>
            <a:r>
              <a:rPr dirty="0" sz="2400" spc="80" b="1">
                <a:latin typeface="Tahoma"/>
                <a:cs typeface="Tahoma"/>
              </a:rPr>
              <a:t>PENJUALAN</a:t>
            </a:r>
            <a:r>
              <a:rPr dirty="0" sz="2400" spc="20" b="1">
                <a:latin typeface="Tahoma"/>
                <a:cs typeface="Tahoma"/>
              </a:rPr>
              <a:t> </a:t>
            </a:r>
            <a:r>
              <a:rPr dirty="0" sz="2400" spc="65" b="1">
                <a:latin typeface="Tahoma"/>
                <a:cs typeface="Tahoma"/>
              </a:rPr>
              <a:t>MENU</a:t>
            </a:r>
            <a:r>
              <a:rPr dirty="0" sz="2400" spc="25" b="1">
                <a:latin typeface="Tahoma"/>
                <a:cs typeface="Tahoma"/>
              </a:rPr>
              <a:t> </a:t>
            </a:r>
            <a:r>
              <a:rPr dirty="0" sz="2400" spc="45" b="1">
                <a:latin typeface="Tahoma"/>
                <a:cs typeface="Tahoma"/>
              </a:rPr>
              <a:t>DALAM </a:t>
            </a:r>
            <a:r>
              <a:rPr dirty="0" sz="2400" spc="130" b="1">
                <a:latin typeface="Tahoma"/>
                <a:cs typeface="Tahoma"/>
              </a:rPr>
              <a:t>PROGRAM</a:t>
            </a:r>
            <a:r>
              <a:rPr dirty="0" sz="2400" spc="9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KOLABORASI</a:t>
            </a:r>
            <a:r>
              <a:rPr dirty="0" sz="2400" spc="95" b="1">
                <a:latin typeface="Tahoma"/>
                <a:cs typeface="Tahoma"/>
              </a:rPr>
              <a:t> </a:t>
            </a:r>
            <a:r>
              <a:rPr dirty="0" sz="2400" spc="135" b="1">
                <a:latin typeface="Tahoma"/>
                <a:cs typeface="Tahoma"/>
              </a:rPr>
              <a:t>CAFE</a:t>
            </a:r>
            <a:r>
              <a:rPr dirty="0" sz="2400" spc="90" b="1">
                <a:latin typeface="Tahoma"/>
                <a:cs typeface="Tahoma"/>
              </a:rPr>
              <a:t> </a:t>
            </a:r>
            <a:r>
              <a:rPr dirty="0" sz="2400" spc="80" b="1">
                <a:latin typeface="Tahoma"/>
                <a:cs typeface="Tahoma"/>
              </a:rPr>
              <a:t>SANAMA </a:t>
            </a:r>
            <a:r>
              <a:rPr dirty="0" sz="2400" b="1">
                <a:latin typeface="Tahoma"/>
                <a:cs typeface="Tahoma"/>
              </a:rPr>
              <a:t>dan</a:t>
            </a:r>
            <a:r>
              <a:rPr dirty="0" sz="2400" spc="-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ORBITS</a:t>
            </a:r>
            <a:r>
              <a:rPr dirty="0" sz="2400" spc="-5" b="1">
                <a:latin typeface="Tahoma"/>
                <a:cs typeface="Tahoma"/>
              </a:rPr>
              <a:t> </a:t>
            </a:r>
            <a:r>
              <a:rPr dirty="0" sz="2400" spc="130" b="1">
                <a:latin typeface="Tahoma"/>
                <a:cs typeface="Tahoma"/>
              </a:rPr>
              <a:t>CLUB</a:t>
            </a:r>
            <a:r>
              <a:rPr dirty="0" sz="2400" spc="-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&amp;</a:t>
            </a:r>
            <a:r>
              <a:rPr dirty="0" sz="2400" spc="-5" b="1">
                <a:latin typeface="Tahoma"/>
                <a:cs typeface="Tahoma"/>
              </a:rPr>
              <a:t> </a:t>
            </a:r>
            <a:r>
              <a:rPr dirty="0" sz="2400" spc="70" b="1">
                <a:latin typeface="Tahoma"/>
                <a:cs typeface="Tahoma"/>
              </a:rPr>
              <a:t>COWORKING</a:t>
            </a:r>
            <a:r>
              <a:rPr dirty="0" sz="2400" spc="-5" b="1">
                <a:latin typeface="Tahoma"/>
                <a:cs typeface="Tahoma"/>
              </a:rPr>
              <a:t> </a:t>
            </a:r>
            <a:r>
              <a:rPr dirty="0" sz="2400" spc="125" b="1">
                <a:latin typeface="Tahoma"/>
                <a:cs typeface="Tahoma"/>
              </a:rPr>
              <a:t>SPACE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926816" y="3637198"/>
            <a:ext cx="35020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0"/>
              <a:t>Praktek</a:t>
            </a:r>
            <a:r>
              <a:rPr dirty="0" sz="2400" spc="-145"/>
              <a:t> </a:t>
            </a:r>
            <a:r>
              <a:rPr dirty="0" sz="2400" spc="-130"/>
              <a:t>Kerja</a:t>
            </a:r>
            <a:r>
              <a:rPr dirty="0" sz="2400" spc="-145"/>
              <a:t> </a:t>
            </a:r>
            <a:r>
              <a:rPr dirty="0" sz="2400" spc="-25"/>
              <a:t>Lapangan</a:t>
            </a:r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3223073" y="8902713"/>
            <a:ext cx="32619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5">
                <a:latin typeface="Verdana"/>
                <a:cs typeface="Verdana"/>
              </a:rPr>
              <a:t>By:</a:t>
            </a:r>
            <a:r>
              <a:rPr dirty="0" sz="2000" spc="459">
                <a:latin typeface="Verdana"/>
                <a:cs typeface="Verdana"/>
              </a:rPr>
              <a:t> </a:t>
            </a:r>
            <a:r>
              <a:rPr dirty="0" sz="2000" b="1">
                <a:latin typeface="Tahoma"/>
                <a:cs typeface="Tahoma"/>
              </a:rPr>
              <a:t>Nur</a:t>
            </a:r>
            <a:r>
              <a:rPr dirty="0" sz="2000" spc="-150" b="1">
                <a:latin typeface="Tahoma"/>
                <a:cs typeface="Tahoma"/>
              </a:rPr>
              <a:t> </a:t>
            </a:r>
            <a:r>
              <a:rPr dirty="0" sz="2000" b="1">
                <a:latin typeface="Tahoma"/>
                <a:cs typeface="Tahoma"/>
              </a:rPr>
              <a:t>Aini</a:t>
            </a:r>
            <a:r>
              <a:rPr dirty="0" sz="2000" spc="-145" b="1">
                <a:latin typeface="Tahoma"/>
                <a:cs typeface="Tahoma"/>
              </a:rPr>
              <a:t> </a:t>
            </a:r>
            <a:r>
              <a:rPr dirty="0" sz="2000" spc="-70" b="1">
                <a:latin typeface="Tahoma"/>
                <a:cs typeface="Tahoma"/>
              </a:rPr>
              <a:t>RohmatiLLah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52197" y="1028700"/>
            <a:ext cx="10482580" cy="9258300"/>
            <a:chOff x="6452197" y="1028700"/>
            <a:chExt cx="10482580" cy="9258300"/>
          </a:xfrm>
        </p:grpSpPr>
        <p:sp>
          <p:nvSpPr>
            <p:cNvPr id="3" name="object 3"/>
            <p:cNvSpPr/>
            <p:nvPr/>
          </p:nvSpPr>
          <p:spPr>
            <a:xfrm>
              <a:off x="6452197" y="5918758"/>
              <a:ext cx="8362950" cy="4368800"/>
            </a:xfrm>
            <a:custGeom>
              <a:avLst/>
              <a:gdLst/>
              <a:ahLst/>
              <a:cxnLst/>
              <a:rect l="l" t="t" r="r" b="b"/>
              <a:pathLst>
                <a:path w="8362950" h="4368800">
                  <a:moveTo>
                    <a:pt x="8362950" y="4149013"/>
                  </a:moveTo>
                  <a:lnTo>
                    <a:pt x="8358556" y="4086021"/>
                  </a:lnTo>
                  <a:lnTo>
                    <a:pt x="8352053" y="4039628"/>
                  </a:lnTo>
                  <a:lnTo>
                    <a:pt x="8343087" y="3994073"/>
                  </a:lnTo>
                  <a:lnTo>
                    <a:pt x="8331695" y="3949446"/>
                  </a:lnTo>
                  <a:lnTo>
                    <a:pt x="8317992" y="3905796"/>
                  </a:lnTo>
                  <a:lnTo>
                    <a:pt x="8302003" y="3863225"/>
                  </a:lnTo>
                  <a:lnTo>
                    <a:pt x="8283829" y="3821773"/>
                  </a:lnTo>
                  <a:lnTo>
                    <a:pt x="8263534" y="3781526"/>
                  </a:lnTo>
                  <a:lnTo>
                    <a:pt x="8241195" y="3742550"/>
                  </a:lnTo>
                  <a:lnTo>
                    <a:pt x="8216862" y="3704933"/>
                  </a:lnTo>
                  <a:lnTo>
                    <a:pt x="8190624" y="3668712"/>
                  </a:lnTo>
                  <a:lnTo>
                    <a:pt x="8162544" y="3633990"/>
                  </a:lnTo>
                  <a:lnTo>
                    <a:pt x="8132699" y="3600818"/>
                  </a:lnTo>
                  <a:lnTo>
                    <a:pt x="8101152" y="3569271"/>
                  </a:lnTo>
                  <a:lnTo>
                    <a:pt x="8067980" y="3539426"/>
                  </a:lnTo>
                  <a:lnTo>
                    <a:pt x="8033258" y="3511346"/>
                  </a:lnTo>
                  <a:lnTo>
                    <a:pt x="7997037" y="3485108"/>
                  </a:lnTo>
                  <a:lnTo>
                    <a:pt x="7959420" y="3460775"/>
                  </a:lnTo>
                  <a:lnTo>
                    <a:pt x="7920444" y="3438436"/>
                  </a:lnTo>
                  <a:lnTo>
                    <a:pt x="7880197" y="3418141"/>
                  </a:lnTo>
                  <a:lnTo>
                    <a:pt x="7838745" y="3399967"/>
                  </a:lnTo>
                  <a:lnTo>
                    <a:pt x="7796174" y="3383991"/>
                  </a:lnTo>
                  <a:lnTo>
                    <a:pt x="7752524" y="3370275"/>
                  </a:lnTo>
                  <a:lnTo>
                    <a:pt x="7707897" y="3358896"/>
                  </a:lnTo>
                  <a:lnTo>
                    <a:pt x="7662354" y="3349917"/>
                  </a:lnTo>
                  <a:lnTo>
                    <a:pt x="7615949" y="3343414"/>
                  </a:lnTo>
                  <a:lnTo>
                    <a:pt x="7568768" y="3339465"/>
                  </a:lnTo>
                  <a:lnTo>
                    <a:pt x="7520889" y="3338131"/>
                  </a:lnTo>
                  <a:lnTo>
                    <a:pt x="6215570" y="3338131"/>
                  </a:lnTo>
                  <a:lnTo>
                    <a:pt x="7137273" y="2416111"/>
                  </a:lnTo>
                  <a:lnTo>
                    <a:pt x="7170217" y="2381453"/>
                  </a:lnTo>
                  <a:lnTo>
                    <a:pt x="7200798" y="2345436"/>
                  </a:lnTo>
                  <a:lnTo>
                    <a:pt x="7229030" y="2308148"/>
                  </a:lnTo>
                  <a:lnTo>
                    <a:pt x="7254913" y="2269706"/>
                  </a:lnTo>
                  <a:lnTo>
                    <a:pt x="7278433" y="2230196"/>
                  </a:lnTo>
                  <a:lnTo>
                    <a:pt x="7299617" y="2189721"/>
                  </a:lnTo>
                  <a:lnTo>
                    <a:pt x="7318438" y="2148395"/>
                  </a:lnTo>
                  <a:lnTo>
                    <a:pt x="7334910" y="2106307"/>
                  </a:lnTo>
                  <a:lnTo>
                    <a:pt x="7349020" y="2063559"/>
                  </a:lnTo>
                  <a:lnTo>
                    <a:pt x="7360780" y="2020239"/>
                  </a:lnTo>
                  <a:lnTo>
                    <a:pt x="7370191" y="1976475"/>
                  </a:lnTo>
                  <a:lnTo>
                    <a:pt x="7377252" y="1932343"/>
                  </a:lnTo>
                  <a:lnTo>
                    <a:pt x="7381964" y="1887969"/>
                  </a:lnTo>
                  <a:lnTo>
                    <a:pt x="7384313" y="1843417"/>
                  </a:lnTo>
                  <a:lnTo>
                    <a:pt x="7384313" y="1798828"/>
                  </a:lnTo>
                  <a:lnTo>
                    <a:pt x="7381964" y="1754276"/>
                  </a:lnTo>
                  <a:lnTo>
                    <a:pt x="7377252" y="1709864"/>
                  </a:lnTo>
                  <a:lnTo>
                    <a:pt x="7370191" y="1665706"/>
                  </a:lnTo>
                  <a:lnTo>
                    <a:pt x="7360780" y="1621891"/>
                  </a:lnTo>
                  <a:lnTo>
                    <a:pt x="7349020" y="1578521"/>
                  </a:lnTo>
                  <a:lnTo>
                    <a:pt x="7334910" y="1535696"/>
                  </a:lnTo>
                  <a:lnTo>
                    <a:pt x="7318438" y="1493520"/>
                  </a:lnTo>
                  <a:lnTo>
                    <a:pt x="7299617" y="1452092"/>
                  </a:lnTo>
                  <a:lnTo>
                    <a:pt x="7278433" y="1411516"/>
                  </a:lnTo>
                  <a:lnTo>
                    <a:pt x="7254913" y="1371892"/>
                  </a:lnTo>
                  <a:lnTo>
                    <a:pt x="7229030" y="1333309"/>
                  </a:lnTo>
                  <a:lnTo>
                    <a:pt x="7200798" y="1295882"/>
                  </a:lnTo>
                  <a:lnTo>
                    <a:pt x="7170217" y="1259700"/>
                  </a:lnTo>
                  <a:lnTo>
                    <a:pt x="7137273" y="1224876"/>
                  </a:lnTo>
                  <a:lnTo>
                    <a:pt x="7102615" y="1191945"/>
                  </a:lnTo>
                  <a:lnTo>
                    <a:pt x="7066597" y="1161351"/>
                  </a:lnTo>
                  <a:lnTo>
                    <a:pt x="7029310" y="1133119"/>
                  </a:lnTo>
                  <a:lnTo>
                    <a:pt x="6990867" y="1107249"/>
                  </a:lnTo>
                  <a:lnTo>
                    <a:pt x="6951358" y="1083716"/>
                  </a:lnTo>
                  <a:lnTo>
                    <a:pt x="6910895" y="1062545"/>
                  </a:lnTo>
                  <a:lnTo>
                    <a:pt x="6869557" y="1043724"/>
                  </a:lnTo>
                  <a:lnTo>
                    <a:pt x="6827469" y="1027252"/>
                  </a:lnTo>
                  <a:lnTo>
                    <a:pt x="6784721" y="1013129"/>
                  </a:lnTo>
                  <a:lnTo>
                    <a:pt x="6741414" y="1001369"/>
                  </a:lnTo>
                  <a:lnTo>
                    <a:pt x="6697637" y="991958"/>
                  </a:lnTo>
                  <a:lnTo>
                    <a:pt x="6653517" y="984897"/>
                  </a:lnTo>
                  <a:lnTo>
                    <a:pt x="6609131" y="980198"/>
                  </a:lnTo>
                  <a:lnTo>
                    <a:pt x="6564592" y="977849"/>
                  </a:lnTo>
                  <a:lnTo>
                    <a:pt x="6519989" y="977849"/>
                  </a:lnTo>
                  <a:lnTo>
                    <a:pt x="6475438" y="980198"/>
                  </a:lnTo>
                  <a:lnTo>
                    <a:pt x="6431026" y="984897"/>
                  </a:lnTo>
                  <a:lnTo>
                    <a:pt x="6386868" y="991958"/>
                  </a:lnTo>
                  <a:lnTo>
                    <a:pt x="6343053" y="1001369"/>
                  </a:lnTo>
                  <a:lnTo>
                    <a:pt x="6299682" y="1013129"/>
                  </a:lnTo>
                  <a:lnTo>
                    <a:pt x="6256858" y="1027252"/>
                  </a:lnTo>
                  <a:lnTo>
                    <a:pt x="6214681" y="1043724"/>
                  </a:lnTo>
                  <a:lnTo>
                    <a:pt x="6173254" y="1062545"/>
                  </a:lnTo>
                  <a:lnTo>
                    <a:pt x="6132677" y="1083716"/>
                  </a:lnTo>
                  <a:lnTo>
                    <a:pt x="6093053" y="1107249"/>
                  </a:lnTo>
                  <a:lnTo>
                    <a:pt x="6054471" y="1133119"/>
                  </a:lnTo>
                  <a:lnTo>
                    <a:pt x="6017044" y="1161351"/>
                  </a:lnTo>
                  <a:lnTo>
                    <a:pt x="5980874" y="1191945"/>
                  </a:lnTo>
                  <a:lnTo>
                    <a:pt x="5946051" y="1224876"/>
                  </a:lnTo>
                  <a:lnTo>
                    <a:pt x="5024018" y="2147239"/>
                  </a:lnTo>
                  <a:lnTo>
                    <a:pt x="5024018" y="842949"/>
                  </a:lnTo>
                  <a:lnTo>
                    <a:pt x="5022685" y="795058"/>
                  </a:lnTo>
                  <a:lnTo>
                    <a:pt x="5018735" y="747890"/>
                  </a:lnTo>
                  <a:lnTo>
                    <a:pt x="5012245" y="701484"/>
                  </a:lnTo>
                  <a:lnTo>
                    <a:pt x="5003266" y="655942"/>
                  </a:lnTo>
                  <a:lnTo>
                    <a:pt x="4991887" y="611314"/>
                  </a:lnTo>
                  <a:lnTo>
                    <a:pt x="4978171" y="567664"/>
                  </a:lnTo>
                  <a:lnTo>
                    <a:pt x="4962195" y="525094"/>
                  </a:lnTo>
                  <a:lnTo>
                    <a:pt x="4944021" y="483641"/>
                  </a:lnTo>
                  <a:lnTo>
                    <a:pt x="4923726" y="443395"/>
                  </a:lnTo>
                  <a:lnTo>
                    <a:pt x="4901374" y="404418"/>
                  </a:lnTo>
                  <a:lnTo>
                    <a:pt x="4877041" y="366788"/>
                  </a:lnTo>
                  <a:lnTo>
                    <a:pt x="4850803" y="330581"/>
                  </a:lnTo>
                  <a:lnTo>
                    <a:pt x="4822736" y="295846"/>
                  </a:lnTo>
                  <a:lnTo>
                    <a:pt x="4792878" y="262686"/>
                  </a:lnTo>
                  <a:lnTo>
                    <a:pt x="4761344" y="231140"/>
                  </a:lnTo>
                  <a:lnTo>
                    <a:pt x="4728172" y="201295"/>
                  </a:lnTo>
                  <a:lnTo>
                    <a:pt x="4693437" y="173215"/>
                  </a:lnTo>
                  <a:lnTo>
                    <a:pt x="4657229" y="146977"/>
                  </a:lnTo>
                  <a:lnTo>
                    <a:pt x="4619599" y="122643"/>
                  </a:lnTo>
                  <a:lnTo>
                    <a:pt x="4580623" y="100304"/>
                  </a:lnTo>
                  <a:lnTo>
                    <a:pt x="4540377" y="79997"/>
                  </a:lnTo>
                  <a:lnTo>
                    <a:pt x="4498937" y="61836"/>
                  </a:lnTo>
                  <a:lnTo>
                    <a:pt x="4456354" y="45847"/>
                  </a:lnTo>
                  <a:lnTo>
                    <a:pt x="4412716" y="32131"/>
                  </a:lnTo>
                  <a:lnTo>
                    <a:pt x="4368076" y="20751"/>
                  </a:lnTo>
                  <a:lnTo>
                    <a:pt x="4322534" y="11785"/>
                  </a:lnTo>
                  <a:lnTo>
                    <a:pt x="4276128" y="5283"/>
                  </a:lnTo>
                  <a:lnTo>
                    <a:pt x="4228960" y="1333"/>
                  </a:lnTo>
                  <a:lnTo>
                    <a:pt x="4181068" y="0"/>
                  </a:lnTo>
                  <a:lnTo>
                    <a:pt x="4133189" y="1333"/>
                  </a:lnTo>
                  <a:lnTo>
                    <a:pt x="4086009" y="5283"/>
                  </a:lnTo>
                  <a:lnTo>
                    <a:pt x="4039616" y="11785"/>
                  </a:lnTo>
                  <a:lnTo>
                    <a:pt x="3994061" y="20751"/>
                  </a:lnTo>
                  <a:lnTo>
                    <a:pt x="3949433" y="32131"/>
                  </a:lnTo>
                  <a:lnTo>
                    <a:pt x="3905796" y="45847"/>
                  </a:lnTo>
                  <a:lnTo>
                    <a:pt x="3863213" y="61836"/>
                  </a:lnTo>
                  <a:lnTo>
                    <a:pt x="3821773" y="79997"/>
                  </a:lnTo>
                  <a:lnTo>
                    <a:pt x="3781526" y="100304"/>
                  </a:lnTo>
                  <a:lnTo>
                    <a:pt x="3742550" y="122643"/>
                  </a:lnTo>
                  <a:lnTo>
                    <a:pt x="3704920" y="146977"/>
                  </a:lnTo>
                  <a:lnTo>
                    <a:pt x="3668712" y="173215"/>
                  </a:lnTo>
                  <a:lnTo>
                    <a:pt x="3633978" y="201295"/>
                  </a:lnTo>
                  <a:lnTo>
                    <a:pt x="3600805" y="231140"/>
                  </a:lnTo>
                  <a:lnTo>
                    <a:pt x="3569258" y="262686"/>
                  </a:lnTo>
                  <a:lnTo>
                    <a:pt x="3539413" y="295846"/>
                  </a:lnTo>
                  <a:lnTo>
                    <a:pt x="3511334" y="330581"/>
                  </a:lnTo>
                  <a:lnTo>
                    <a:pt x="3485096" y="366788"/>
                  </a:lnTo>
                  <a:lnTo>
                    <a:pt x="3460775" y="404418"/>
                  </a:lnTo>
                  <a:lnTo>
                    <a:pt x="3438423" y="443395"/>
                  </a:lnTo>
                  <a:lnTo>
                    <a:pt x="3418128" y="483641"/>
                  </a:lnTo>
                  <a:lnTo>
                    <a:pt x="3399955" y="525094"/>
                  </a:lnTo>
                  <a:lnTo>
                    <a:pt x="3383978" y="567664"/>
                  </a:lnTo>
                  <a:lnTo>
                    <a:pt x="3370262" y="611314"/>
                  </a:lnTo>
                  <a:lnTo>
                    <a:pt x="3358883" y="655942"/>
                  </a:lnTo>
                  <a:lnTo>
                    <a:pt x="3349904" y="701484"/>
                  </a:lnTo>
                  <a:lnTo>
                    <a:pt x="3343414" y="747890"/>
                  </a:lnTo>
                  <a:lnTo>
                    <a:pt x="3339465" y="795058"/>
                  </a:lnTo>
                  <a:lnTo>
                    <a:pt x="3338131" y="842949"/>
                  </a:lnTo>
                  <a:lnTo>
                    <a:pt x="3338131" y="2147252"/>
                  </a:lnTo>
                  <a:lnTo>
                    <a:pt x="2416098" y="1224876"/>
                  </a:lnTo>
                  <a:lnTo>
                    <a:pt x="2381453" y="1191945"/>
                  </a:lnTo>
                  <a:lnTo>
                    <a:pt x="2345423" y="1161351"/>
                  </a:lnTo>
                  <a:lnTo>
                    <a:pt x="2308148" y="1133119"/>
                  </a:lnTo>
                  <a:lnTo>
                    <a:pt x="2269693" y="1107249"/>
                  </a:lnTo>
                  <a:lnTo>
                    <a:pt x="2230183" y="1083716"/>
                  </a:lnTo>
                  <a:lnTo>
                    <a:pt x="2189721" y="1062545"/>
                  </a:lnTo>
                  <a:lnTo>
                    <a:pt x="2148395" y="1043724"/>
                  </a:lnTo>
                  <a:lnTo>
                    <a:pt x="2106295" y="1027252"/>
                  </a:lnTo>
                  <a:lnTo>
                    <a:pt x="2063546" y="1013129"/>
                  </a:lnTo>
                  <a:lnTo>
                    <a:pt x="2020239" y="1001369"/>
                  </a:lnTo>
                  <a:lnTo>
                    <a:pt x="1976462" y="991958"/>
                  </a:lnTo>
                  <a:lnTo>
                    <a:pt x="1932343" y="984897"/>
                  </a:lnTo>
                  <a:lnTo>
                    <a:pt x="1887956" y="980198"/>
                  </a:lnTo>
                  <a:lnTo>
                    <a:pt x="1843417" y="977849"/>
                  </a:lnTo>
                  <a:lnTo>
                    <a:pt x="1798815" y="977849"/>
                  </a:lnTo>
                  <a:lnTo>
                    <a:pt x="1754263" y="980198"/>
                  </a:lnTo>
                  <a:lnTo>
                    <a:pt x="1709864" y="984897"/>
                  </a:lnTo>
                  <a:lnTo>
                    <a:pt x="1665693" y="991958"/>
                  </a:lnTo>
                  <a:lnTo>
                    <a:pt x="1621878" y="1001369"/>
                  </a:lnTo>
                  <a:lnTo>
                    <a:pt x="1578508" y="1013129"/>
                  </a:lnTo>
                  <a:lnTo>
                    <a:pt x="1535684" y="1027252"/>
                  </a:lnTo>
                  <a:lnTo>
                    <a:pt x="1493507" y="1043724"/>
                  </a:lnTo>
                  <a:lnTo>
                    <a:pt x="1452079" y="1062545"/>
                  </a:lnTo>
                  <a:lnTo>
                    <a:pt x="1411503" y="1083716"/>
                  </a:lnTo>
                  <a:lnTo>
                    <a:pt x="1371879" y="1107249"/>
                  </a:lnTo>
                  <a:lnTo>
                    <a:pt x="1333296" y="1133119"/>
                  </a:lnTo>
                  <a:lnTo>
                    <a:pt x="1295869" y="1161351"/>
                  </a:lnTo>
                  <a:lnTo>
                    <a:pt x="1259700" y="1191945"/>
                  </a:lnTo>
                  <a:lnTo>
                    <a:pt x="1224876" y="1224876"/>
                  </a:lnTo>
                  <a:lnTo>
                    <a:pt x="1191933" y="1259700"/>
                  </a:lnTo>
                  <a:lnTo>
                    <a:pt x="1161351" y="1295882"/>
                  </a:lnTo>
                  <a:lnTo>
                    <a:pt x="1133119" y="1333309"/>
                  </a:lnTo>
                  <a:lnTo>
                    <a:pt x="1107236" y="1371892"/>
                  </a:lnTo>
                  <a:lnTo>
                    <a:pt x="1083703" y="1411516"/>
                  </a:lnTo>
                  <a:lnTo>
                    <a:pt x="1062532" y="1452092"/>
                  </a:lnTo>
                  <a:lnTo>
                    <a:pt x="1043711" y="1493520"/>
                  </a:lnTo>
                  <a:lnTo>
                    <a:pt x="1027239" y="1535696"/>
                  </a:lnTo>
                  <a:lnTo>
                    <a:pt x="1013129" y="1578521"/>
                  </a:lnTo>
                  <a:lnTo>
                    <a:pt x="1001369" y="1621891"/>
                  </a:lnTo>
                  <a:lnTo>
                    <a:pt x="991958" y="1665706"/>
                  </a:lnTo>
                  <a:lnTo>
                    <a:pt x="984897" y="1709864"/>
                  </a:lnTo>
                  <a:lnTo>
                    <a:pt x="980186" y="1754276"/>
                  </a:lnTo>
                  <a:lnTo>
                    <a:pt x="977836" y="1798828"/>
                  </a:lnTo>
                  <a:lnTo>
                    <a:pt x="977836" y="1843417"/>
                  </a:lnTo>
                  <a:lnTo>
                    <a:pt x="980186" y="1887969"/>
                  </a:lnTo>
                  <a:lnTo>
                    <a:pt x="984897" y="1932343"/>
                  </a:lnTo>
                  <a:lnTo>
                    <a:pt x="991958" y="1976475"/>
                  </a:lnTo>
                  <a:lnTo>
                    <a:pt x="1001369" y="2020239"/>
                  </a:lnTo>
                  <a:lnTo>
                    <a:pt x="1013129" y="2063559"/>
                  </a:lnTo>
                  <a:lnTo>
                    <a:pt x="1027239" y="2106307"/>
                  </a:lnTo>
                  <a:lnTo>
                    <a:pt x="1043711" y="2148395"/>
                  </a:lnTo>
                  <a:lnTo>
                    <a:pt x="1062532" y="2189721"/>
                  </a:lnTo>
                  <a:lnTo>
                    <a:pt x="1083703" y="2230196"/>
                  </a:lnTo>
                  <a:lnTo>
                    <a:pt x="1107236" y="2269706"/>
                  </a:lnTo>
                  <a:lnTo>
                    <a:pt x="1133119" y="2308148"/>
                  </a:lnTo>
                  <a:lnTo>
                    <a:pt x="1161351" y="2345436"/>
                  </a:lnTo>
                  <a:lnTo>
                    <a:pt x="1191933" y="2381453"/>
                  </a:lnTo>
                  <a:lnTo>
                    <a:pt x="1224876" y="2416111"/>
                  </a:lnTo>
                  <a:lnTo>
                    <a:pt x="2146566" y="3338131"/>
                  </a:lnTo>
                  <a:lnTo>
                    <a:pt x="842937" y="3338131"/>
                  </a:lnTo>
                  <a:lnTo>
                    <a:pt x="795058" y="3339465"/>
                  </a:lnTo>
                  <a:lnTo>
                    <a:pt x="747877" y="3343414"/>
                  </a:lnTo>
                  <a:lnTo>
                    <a:pt x="701484" y="3349917"/>
                  </a:lnTo>
                  <a:lnTo>
                    <a:pt x="655929" y="3358896"/>
                  </a:lnTo>
                  <a:lnTo>
                    <a:pt x="611301" y="3370275"/>
                  </a:lnTo>
                  <a:lnTo>
                    <a:pt x="567664" y="3383991"/>
                  </a:lnTo>
                  <a:lnTo>
                    <a:pt x="525081" y="3399967"/>
                  </a:lnTo>
                  <a:lnTo>
                    <a:pt x="483628" y="3418141"/>
                  </a:lnTo>
                  <a:lnTo>
                    <a:pt x="443382" y="3438436"/>
                  </a:lnTo>
                  <a:lnTo>
                    <a:pt x="404418" y="3460775"/>
                  </a:lnTo>
                  <a:lnTo>
                    <a:pt x="366788" y="3485108"/>
                  </a:lnTo>
                  <a:lnTo>
                    <a:pt x="330568" y="3511346"/>
                  </a:lnTo>
                  <a:lnTo>
                    <a:pt x="295846" y="3539426"/>
                  </a:lnTo>
                  <a:lnTo>
                    <a:pt x="262674" y="3569271"/>
                  </a:lnTo>
                  <a:lnTo>
                    <a:pt x="231127" y="3600818"/>
                  </a:lnTo>
                  <a:lnTo>
                    <a:pt x="201282" y="3633990"/>
                  </a:lnTo>
                  <a:lnTo>
                    <a:pt x="173202" y="3668712"/>
                  </a:lnTo>
                  <a:lnTo>
                    <a:pt x="146964" y="3704933"/>
                  </a:lnTo>
                  <a:lnTo>
                    <a:pt x="122643" y="3742550"/>
                  </a:lnTo>
                  <a:lnTo>
                    <a:pt x="100291" y="3781526"/>
                  </a:lnTo>
                  <a:lnTo>
                    <a:pt x="79997" y="3821773"/>
                  </a:lnTo>
                  <a:lnTo>
                    <a:pt x="61823" y="3863225"/>
                  </a:lnTo>
                  <a:lnTo>
                    <a:pt x="45847" y="3905796"/>
                  </a:lnTo>
                  <a:lnTo>
                    <a:pt x="32131" y="3949446"/>
                  </a:lnTo>
                  <a:lnTo>
                    <a:pt x="20751" y="3994073"/>
                  </a:lnTo>
                  <a:lnTo>
                    <a:pt x="11772" y="4039628"/>
                  </a:lnTo>
                  <a:lnTo>
                    <a:pt x="5283" y="4086021"/>
                  </a:lnTo>
                  <a:lnTo>
                    <a:pt x="1320" y="4133202"/>
                  </a:lnTo>
                  <a:lnTo>
                    <a:pt x="0" y="4181081"/>
                  </a:lnTo>
                  <a:lnTo>
                    <a:pt x="1320" y="4228960"/>
                  </a:lnTo>
                  <a:lnTo>
                    <a:pt x="5283" y="4276141"/>
                  </a:lnTo>
                  <a:lnTo>
                    <a:pt x="11772" y="4322534"/>
                  </a:lnTo>
                  <a:lnTo>
                    <a:pt x="20789" y="4368254"/>
                  </a:lnTo>
                  <a:lnTo>
                    <a:pt x="2803791" y="4368254"/>
                  </a:lnTo>
                  <a:lnTo>
                    <a:pt x="3176320" y="4368254"/>
                  </a:lnTo>
                  <a:lnTo>
                    <a:pt x="8343036" y="4368254"/>
                  </a:lnTo>
                  <a:lnTo>
                    <a:pt x="8343087" y="4368089"/>
                  </a:lnTo>
                  <a:lnTo>
                    <a:pt x="8352053" y="4322534"/>
                  </a:lnTo>
                  <a:lnTo>
                    <a:pt x="8358556" y="4276141"/>
                  </a:lnTo>
                  <a:lnTo>
                    <a:pt x="8362505" y="4228960"/>
                  </a:lnTo>
                  <a:lnTo>
                    <a:pt x="8362950" y="4213149"/>
                  </a:lnTo>
                  <a:lnTo>
                    <a:pt x="8362950" y="4149013"/>
                  </a:lnTo>
                  <a:close/>
                </a:path>
              </a:pathLst>
            </a:custGeom>
            <a:solidFill>
              <a:srgbClr val="FEBC3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9" y="1028700"/>
              <a:ext cx="7790234" cy="8216263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2048637" y="2737611"/>
            <a:ext cx="864869" cy="864869"/>
          </a:xfrm>
          <a:custGeom>
            <a:avLst/>
            <a:gdLst/>
            <a:ahLst/>
            <a:cxnLst/>
            <a:rect l="l" t="t" r="r" b="b"/>
            <a:pathLst>
              <a:path w="864869" h="864870">
                <a:moveTo>
                  <a:pt x="595795" y="304761"/>
                </a:moveTo>
                <a:lnTo>
                  <a:pt x="592975" y="290804"/>
                </a:lnTo>
                <a:lnTo>
                  <a:pt x="585279" y="279336"/>
                </a:lnTo>
                <a:lnTo>
                  <a:pt x="573824" y="271564"/>
                </a:lnTo>
                <a:lnTo>
                  <a:pt x="559739" y="268706"/>
                </a:lnTo>
                <a:lnTo>
                  <a:pt x="316331" y="268706"/>
                </a:lnTo>
                <a:lnTo>
                  <a:pt x="302298" y="271538"/>
                </a:lnTo>
                <a:lnTo>
                  <a:pt x="290842" y="279260"/>
                </a:lnTo>
                <a:lnTo>
                  <a:pt x="283108" y="290728"/>
                </a:lnTo>
                <a:lnTo>
                  <a:pt x="280276" y="304761"/>
                </a:lnTo>
                <a:lnTo>
                  <a:pt x="283108" y="318795"/>
                </a:lnTo>
                <a:lnTo>
                  <a:pt x="290842" y="330263"/>
                </a:lnTo>
                <a:lnTo>
                  <a:pt x="302298" y="337985"/>
                </a:lnTo>
                <a:lnTo>
                  <a:pt x="316331" y="340817"/>
                </a:lnTo>
                <a:lnTo>
                  <a:pt x="472681" y="340817"/>
                </a:lnTo>
                <a:lnTo>
                  <a:pt x="279260" y="534250"/>
                </a:lnTo>
                <a:lnTo>
                  <a:pt x="271335" y="546176"/>
                </a:lnTo>
                <a:lnTo>
                  <a:pt x="268693" y="559739"/>
                </a:lnTo>
                <a:lnTo>
                  <a:pt x="271335" y="573316"/>
                </a:lnTo>
                <a:lnTo>
                  <a:pt x="279260" y="585241"/>
                </a:lnTo>
                <a:lnTo>
                  <a:pt x="291185" y="593166"/>
                </a:lnTo>
                <a:lnTo>
                  <a:pt x="304761" y="595807"/>
                </a:lnTo>
                <a:lnTo>
                  <a:pt x="318325" y="593166"/>
                </a:lnTo>
                <a:lnTo>
                  <a:pt x="330263" y="585241"/>
                </a:lnTo>
                <a:lnTo>
                  <a:pt x="523684" y="391820"/>
                </a:lnTo>
                <a:lnTo>
                  <a:pt x="523684" y="548170"/>
                </a:lnTo>
                <a:lnTo>
                  <a:pt x="526516" y="562203"/>
                </a:lnTo>
                <a:lnTo>
                  <a:pt x="534238" y="573659"/>
                </a:lnTo>
                <a:lnTo>
                  <a:pt x="545706" y="581393"/>
                </a:lnTo>
                <a:lnTo>
                  <a:pt x="559739" y="584225"/>
                </a:lnTo>
                <a:lnTo>
                  <a:pt x="573773" y="581393"/>
                </a:lnTo>
                <a:lnTo>
                  <a:pt x="585241" y="573659"/>
                </a:lnTo>
                <a:lnTo>
                  <a:pt x="592963" y="562203"/>
                </a:lnTo>
                <a:lnTo>
                  <a:pt x="595795" y="548170"/>
                </a:lnTo>
                <a:lnTo>
                  <a:pt x="595795" y="304761"/>
                </a:lnTo>
                <a:close/>
              </a:path>
              <a:path w="864869" h="864870">
                <a:moveTo>
                  <a:pt x="864501" y="410108"/>
                </a:moveTo>
                <a:lnTo>
                  <a:pt x="859993" y="366026"/>
                </a:lnTo>
                <a:lnTo>
                  <a:pt x="850963" y="322503"/>
                </a:lnTo>
                <a:lnTo>
                  <a:pt x="837438" y="279908"/>
                </a:lnTo>
                <a:lnTo>
                  <a:pt x="819404" y="238620"/>
                </a:lnTo>
                <a:lnTo>
                  <a:pt x="796848" y="198996"/>
                </a:lnTo>
                <a:lnTo>
                  <a:pt x="792683" y="193217"/>
                </a:lnTo>
                <a:lnTo>
                  <a:pt x="792683" y="432257"/>
                </a:lnTo>
                <a:lnTo>
                  <a:pt x="789749" y="478320"/>
                </a:lnTo>
                <a:lnTo>
                  <a:pt x="780961" y="523773"/>
                </a:lnTo>
                <a:lnTo>
                  <a:pt x="766318" y="568007"/>
                </a:lnTo>
                <a:lnTo>
                  <a:pt x="745820" y="610400"/>
                </a:lnTo>
                <a:lnTo>
                  <a:pt x="719455" y="650354"/>
                </a:lnTo>
                <a:lnTo>
                  <a:pt x="687235" y="687235"/>
                </a:lnTo>
                <a:lnTo>
                  <a:pt x="650354" y="719455"/>
                </a:lnTo>
                <a:lnTo>
                  <a:pt x="610400" y="745820"/>
                </a:lnTo>
                <a:lnTo>
                  <a:pt x="568007" y="766318"/>
                </a:lnTo>
                <a:lnTo>
                  <a:pt x="523773" y="780961"/>
                </a:lnTo>
                <a:lnTo>
                  <a:pt x="478320" y="789749"/>
                </a:lnTo>
                <a:lnTo>
                  <a:pt x="432257" y="792683"/>
                </a:lnTo>
                <a:lnTo>
                  <a:pt x="386181" y="789749"/>
                </a:lnTo>
                <a:lnTo>
                  <a:pt x="340728" y="780961"/>
                </a:lnTo>
                <a:lnTo>
                  <a:pt x="296494" y="766318"/>
                </a:lnTo>
                <a:lnTo>
                  <a:pt x="254101" y="745820"/>
                </a:lnTo>
                <a:lnTo>
                  <a:pt x="214147" y="719455"/>
                </a:lnTo>
                <a:lnTo>
                  <a:pt x="212877" y="718337"/>
                </a:lnTo>
                <a:lnTo>
                  <a:pt x="177266" y="687235"/>
                </a:lnTo>
                <a:lnTo>
                  <a:pt x="145046" y="650354"/>
                </a:lnTo>
                <a:lnTo>
                  <a:pt x="118681" y="610400"/>
                </a:lnTo>
                <a:lnTo>
                  <a:pt x="98183" y="568007"/>
                </a:lnTo>
                <a:lnTo>
                  <a:pt x="83540" y="523773"/>
                </a:lnTo>
                <a:lnTo>
                  <a:pt x="74752" y="478320"/>
                </a:lnTo>
                <a:lnTo>
                  <a:pt x="71818" y="432257"/>
                </a:lnTo>
                <a:lnTo>
                  <a:pt x="74752" y="386181"/>
                </a:lnTo>
                <a:lnTo>
                  <a:pt x="83540" y="340728"/>
                </a:lnTo>
                <a:lnTo>
                  <a:pt x="98183" y="296494"/>
                </a:lnTo>
                <a:lnTo>
                  <a:pt x="118681" y="254101"/>
                </a:lnTo>
                <a:lnTo>
                  <a:pt x="145046" y="214160"/>
                </a:lnTo>
                <a:lnTo>
                  <a:pt x="177266" y="177266"/>
                </a:lnTo>
                <a:lnTo>
                  <a:pt x="214147" y="145046"/>
                </a:lnTo>
                <a:lnTo>
                  <a:pt x="254101" y="118694"/>
                </a:lnTo>
                <a:lnTo>
                  <a:pt x="296494" y="98183"/>
                </a:lnTo>
                <a:lnTo>
                  <a:pt x="340728" y="83540"/>
                </a:lnTo>
                <a:lnTo>
                  <a:pt x="386181" y="74752"/>
                </a:lnTo>
                <a:lnTo>
                  <a:pt x="432257" y="71818"/>
                </a:lnTo>
                <a:lnTo>
                  <a:pt x="478320" y="74752"/>
                </a:lnTo>
                <a:lnTo>
                  <a:pt x="523773" y="83540"/>
                </a:lnTo>
                <a:lnTo>
                  <a:pt x="568007" y="98183"/>
                </a:lnTo>
                <a:lnTo>
                  <a:pt x="610400" y="118694"/>
                </a:lnTo>
                <a:lnTo>
                  <a:pt x="650354" y="145046"/>
                </a:lnTo>
                <a:lnTo>
                  <a:pt x="651611" y="146164"/>
                </a:lnTo>
                <a:lnTo>
                  <a:pt x="687235" y="177266"/>
                </a:lnTo>
                <a:lnTo>
                  <a:pt x="719455" y="214160"/>
                </a:lnTo>
                <a:lnTo>
                  <a:pt x="745820" y="254101"/>
                </a:lnTo>
                <a:lnTo>
                  <a:pt x="766318" y="296494"/>
                </a:lnTo>
                <a:lnTo>
                  <a:pt x="780961" y="340728"/>
                </a:lnTo>
                <a:lnTo>
                  <a:pt x="789749" y="386181"/>
                </a:lnTo>
                <a:lnTo>
                  <a:pt x="792683" y="432257"/>
                </a:lnTo>
                <a:lnTo>
                  <a:pt x="792683" y="193217"/>
                </a:lnTo>
                <a:lnTo>
                  <a:pt x="769797" y="161429"/>
                </a:lnTo>
                <a:lnTo>
                  <a:pt x="738225" y="126276"/>
                </a:lnTo>
                <a:lnTo>
                  <a:pt x="703072" y="94703"/>
                </a:lnTo>
                <a:lnTo>
                  <a:pt x="665492" y="67652"/>
                </a:lnTo>
                <a:lnTo>
                  <a:pt x="625868" y="45097"/>
                </a:lnTo>
                <a:lnTo>
                  <a:pt x="584581" y="27063"/>
                </a:lnTo>
                <a:lnTo>
                  <a:pt x="541985" y="13538"/>
                </a:lnTo>
                <a:lnTo>
                  <a:pt x="498462" y="4508"/>
                </a:lnTo>
                <a:lnTo>
                  <a:pt x="454380" y="0"/>
                </a:lnTo>
                <a:lnTo>
                  <a:pt x="410108" y="0"/>
                </a:lnTo>
                <a:lnTo>
                  <a:pt x="366026" y="4521"/>
                </a:lnTo>
                <a:lnTo>
                  <a:pt x="322503" y="13538"/>
                </a:lnTo>
                <a:lnTo>
                  <a:pt x="279908" y="27063"/>
                </a:lnTo>
                <a:lnTo>
                  <a:pt x="238620" y="45097"/>
                </a:lnTo>
                <a:lnTo>
                  <a:pt x="198996" y="67652"/>
                </a:lnTo>
                <a:lnTo>
                  <a:pt x="161429" y="94716"/>
                </a:lnTo>
                <a:lnTo>
                  <a:pt x="126276" y="126276"/>
                </a:lnTo>
                <a:lnTo>
                  <a:pt x="94703" y="161429"/>
                </a:lnTo>
                <a:lnTo>
                  <a:pt x="67652" y="198996"/>
                </a:lnTo>
                <a:lnTo>
                  <a:pt x="45097" y="238620"/>
                </a:lnTo>
                <a:lnTo>
                  <a:pt x="27063" y="279908"/>
                </a:lnTo>
                <a:lnTo>
                  <a:pt x="13538" y="322503"/>
                </a:lnTo>
                <a:lnTo>
                  <a:pt x="4508" y="366026"/>
                </a:lnTo>
                <a:lnTo>
                  <a:pt x="0" y="410108"/>
                </a:lnTo>
                <a:lnTo>
                  <a:pt x="0" y="454380"/>
                </a:lnTo>
                <a:lnTo>
                  <a:pt x="4508" y="498462"/>
                </a:lnTo>
                <a:lnTo>
                  <a:pt x="13525" y="541985"/>
                </a:lnTo>
                <a:lnTo>
                  <a:pt x="27063" y="584581"/>
                </a:lnTo>
                <a:lnTo>
                  <a:pt x="45097" y="625881"/>
                </a:lnTo>
                <a:lnTo>
                  <a:pt x="67640" y="665492"/>
                </a:lnTo>
                <a:lnTo>
                  <a:pt x="94703" y="703072"/>
                </a:lnTo>
                <a:lnTo>
                  <a:pt x="126276" y="738225"/>
                </a:lnTo>
                <a:lnTo>
                  <a:pt x="161429" y="769797"/>
                </a:lnTo>
                <a:lnTo>
                  <a:pt x="198996" y="796848"/>
                </a:lnTo>
                <a:lnTo>
                  <a:pt x="238620" y="819404"/>
                </a:lnTo>
                <a:lnTo>
                  <a:pt x="279908" y="837438"/>
                </a:lnTo>
                <a:lnTo>
                  <a:pt x="322503" y="850963"/>
                </a:lnTo>
                <a:lnTo>
                  <a:pt x="366026" y="859993"/>
                </a:lnTo>
                <a:lnTo>
                  <a:pt x="410108" y="864501"/>
                </a:lnTo>
                <a:lnTo>
                  <a:pt x="454380" y="864501"/>
                </a:lnTo>
                <a:lnTo>
                  <a:pt x="498462" y="859993"/>
                </a:lnTo>
                <a:lnTo>
                  <a:pt x="541985" y="850976"/>
                </a:lnTo>
                <a:lnTo>
                  <a:pt x="584581" y="837450"/>
                </a:lnTo>
                <a:lnTo>
                  <a:pt x="625868" y="819404"/>
                </a:lnTo>
                <a:lnTo>
                  <a:pt x="665492" y="796861"/>
                </a:lnTo>
                <a:lnTo>
                  <a:pt x="703072" y="769797"/>
                </a:lnTo>
                <a:lnTo>
                  <a:pt x="738225" y="738225"/>
                </a:lnTo>
                <a:lnTo>
                  <a:pt x="769797" y="703072"/>
                </a:lnTo>
                <a:lnTo>
                  <a:pt x="796848" y="665505"/>
                </a:lnTo>
                <a:lnTo>
                  <a:pt x="819404" y="625881"/>
                </a:lnTo>
                <a:lnTo>
                  <a:pt x="837438" y="584581"/>
                </a:lnTo>
                <a:lnTo>
                  <a:pt x="850976" y="541985"/>
                </a:lnTo>
                <a:lnTo>
                  <a:pt x="855802" y="518655"/>
                </a:lnTo>
                <a:lnTo>
                  <a:pt x="859993" y="498462"/>
                </a:lnTo>
                <a:lnTo>
                  <a:pt x="864501" y="454380"/>
                </a:lnTo>
                <a:lnTo>
                  <a:pt x="864501" y="4101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30078" y="0"/>
            <a:ext cx="1626235" cy="603250"/>
          </a:xfrm>
          <a:custGeom>
            <a:avLst/>
            <a:gdLst/>
            <a:ahLst/>
            <a:cxnLst/>
            <a:rect l="l" t="t" r="r" b="b"/>
            <a:pathLst>
              <a:path w="1626234" h="603250">
                <a:moveTo>
                  <a:pt x="442605" y="603249"/>
                </a:moveTo>
                <a:lnTo>
                  <a:pt x="385211" y="603249"/>
                </a:lnTo>
                <a:lnTo>
                  <a:pt x="350946" y="599439"/>
                </a:lnTo>
                <a:lnTo>
                  <a:pt x="339614" y="596899"/>
                </a:lnTo>
                <a:lnTo>
                  <a:pt x="328338" y="595629"/>
                </a:lnTo>
                <a:lnTo>
                  <a:pt x="317118" y="593089"/>
                </a:lnTo>
                <a:lnTo>
                  <a:pt x="305972" y="589279"/>
                </a:lnTo>
                <a:lnTo>
                  <a:pt x="294917" y="586739"/>
                </a:lnTo>
                <a:lnTo>
                  <a:pt x="251677" y="571499"/>
                </a:lnTo>
                <a:lnTo>
                  <a:pt x="230772" y="561339"/>
                </a:lnTo>
                <a:lnTo>
                  <a:pt x="210429" y="551179"/>
                </a:lnTo>
                <a:lnTo>
                  <a:pt x="200494" y="544829"/>
                </a:lnTo>
                <a:lnTo>
                  <a:pt x="190715" y="539749"/>
                </a:lnTo>
                <a:lnTo>
                  <a:pt x="181107" y="533399"/>
                </a:lnTo>
                <a:lnTo>
                  <a:pt x="171687" y="525779"/>
                </a:lnTo>
                <a:lnTo>
                  <a:pt x="162454" y="519429"/>
                </a:lnTo>
                <a:lnTo>
                  <a:pt x="127516" y="490219"/>
                </a:lnTo>
                <a:lnTo>
                  <a:pt x="119315" y="481329"/>
                </a:lnTo>
                <a:lnTo>
                  <a:pt x="111341" y="473709"/>
                </a:lnTo>
                <a:lnTo>
                  <a:pt x="81857" y="438149"/>
                </a:lnTo>
                <a:lnTo>
                  <a:pt x="68637" y="419099"/>
                </a:lnTo>
                <a:lnTo>
                  <a:pt x="62420" y="410209"/>
                </a:lnTo>
                <a:lnTo>
                  <a:pt x="40325" y="369569"/>
                </a:lnTo>
                <a:lnTo>
                  <a:pt x="30994" y="347979"/>
                </a:lnTo>
                <a:lnTo>
                  <a:pt x="26773" y="337819"/>
                </a:lnTo>
                <a:lnTo>
                  <a:pt x="22848" y="326389"/>
                </a:lnTo>
                <a:lnTo>
                  <a:pt x="19226" y="316229"/>
                </a:lnTo>
                <a:lnTo>
                  <a:pt x="15911" y="304799"/>
                </a:lnTo>
                <a:lnTo>
                  <a:pt x="5751" y="260349"/>
                </a:lnTo>
                <a:lnTo>
                  <a:pt x="639" y="214629"/>
                </a:lnTo>
                <a:lnTo>
                  <a:pt x="106" y="199389"/>
                </a:lnTo>
                <a:lnTo>
                  <a:pt x="0" y="191769"/>
                </a:lnTo>
                <a:lnTo>
                  <a:pt x="2559" y="146049"/>
                </a:lnTo>
                <a:lnTo>
                  <a:pt x="10207" y="100329"/>
                </a:lnTo>
                <a:lnTo>
                  <a:pt x="15911" y="78739"/>
                </a:lnTo>
                <a:lnTo>
                  <a:pt x="19226" y="67309"/>
                </a:lnTo>
                <a:lnTo>
                  <a:pt x="22848" y="55879"/>
                </a:lnTo>
                <a:lnTo>
                  <a:pt x="26772" y="45719"/>
                </a:lnTo>
                <a:lnTo>
                  <a:pt x="30993" y="34289"/>
                </a:lnTo>
                <a:lnTo>
                  <a:pt x="35511" y="24129"/>
                </a:lnTo>
                <a:lnTo>
                  <a:pt x="40325" y="13969"/>
                </a:lnTo>
                <a:lnTo>
                  <a:pt x="45427" y="3809"/>
                </a:lnTo>
                <a:lnTo>
                  <a:pt x="47674" y="0"/>
                </a:lnTo>
                <a:lnTo>
                  <a:pt x="776524" y="0"/>
                </a:lnTo>
                <a:lnTo>
                  <a:pt x="780411" y="6349"/>
                </a:lnTo>
                <a:lnTo>
                  <a:pt x="783512" y="12699"/>
                </a:lnTo>
                <a:lnTo>
                  <a:pt x="787994" y="17779"/>
                </a:lnTo>
                <a:lnTo>
                  <a:pt x="799719" y="25399"/>
                </a:lnTo>
                <a:lnTo>
                  <a:pt x="806093" y="26669"/>
                </a:lnTo>
                <a:lnTo>
                  <a:pt x="1591389" y="26669"/>
                </a:lnTo>
                <a:lnTo>
                  <a:pt x="1593217" y="30479"/>
                </a:lnTo>
                <a:lnTo>
                  <a:pt x="1596687" y="39369"/>
                </a:lnTo>
                <a:lnTo>
                  <a:pt x="1599970" y="48259"/>
                </a:lnTo>
                <a:lnTo>
                  <a:pt x="1603064" y="55879"/>
                </a:lnTo>
                <a:lnTo>
                  <a:pt x="1615644" y="100329"/>
                </a:lnTo>
                <a:lnTo>
                  <a:pt x="1623304" y="144779"/>
                </a:lnTo>
                <a:lnTo>
                  <a:pt x="1625778" y="180339"/>
                </a:lnTo>
                <a:lnTo>
                  <a:pt x="1625756" y="203199"/>
                </a:lnTo>
                <a:lnTo>
                  <a:pt x="1625597" y="208279"/>
                </a:lnTo>
                <a:lnTo>
                  <a:pt x="1625117" y="218439"/>
                </a:lnTo>
                <a:lnTo>
                  <a:pt x="1624533" y="226059"/>
                </a:lnTo>
                <a:lnTo>
                  <a:pt x="1624435" y="227329"/>
                </a:lnTo>
                <a:lnTo>
                  <a:pt x="1618018" y="271779"/>
                </a:lnTo>
                <a:lnTo>
                  <a:pt x="1606651" y="316229"/>
                </a:lnTo>
                <a:lnTo>
                  <a:pt x="1597512" y="341629"/>
                </a:lnTo>
                <a:lnTo>
                  <a:pt x="1594087" y="350519"/>
                </a:lnTo>
                <a:lnTo>
                  <a:pt x="1591508" y="356869"/>
                </a:lnTo>
                <a:lnTo>
                  <a:pt x="806093" y="356869"/>
                </a:lnTo>
                <a:lnTo>
                  <a:pt x="799719" y="358139"/>
                </a:lnTo>
                <a:lnTo>
                  <a:pt x="787994" y="365759"/>
                </a:lnTo>
                <a:lnTo>
                  <a:pt x="783512" y="370839"/>
                </a:lnTo>
                <a:lnTo>
                  <a:pt x="780411" y="375919"/>
                </a:lnTo>
                <a:lnTo>
                  <a:pt x="775113" y="387349"/>
                </a:lnTo>
                <a:lnTo>
                  <a:pt x="769538" y="396239"/>
                </a:lnTo>
                <a:lnTo>
                  <a:pt x="763684" y="406399"/>
                </a:lnTo>
                <a:lnTo>
                  <a:pt x="757552" y="416559"/>
                </a:lnTo>
                <a:lnTo>
                  <a:pt x="751153" y="425449"/>
                </a:lnTo>
                <a:lnTo>
                  <a:pt x="744494" y="435609"/>
                </a:lnTo>
                <a:lnTo>
                  <a:pt x="715321" y="471169"/>
                </a:lnTo>
                <a:lnTo>
                  <a:pt x="707427" y="478789"/>
                </a:lnTo>
                <a:lnTo>
                  <a:pt x="699297" y="487679"/>
                </a:lnTo>
                <a:lnTo>
                  <a:pt x="690944" y="495299"/>
                </a:lnTo>
                <a:lnTo>
                  <a:pt x="682381" y="502919"/>
                </a:lnTo>
                <a:lnTo>
                  <a:pt x="673608" y="510539"/>
                </a:lnTo>
                <a:lnTo>
                  <a:pt x="664624" y="516889"/>
                </a:lnTo>
                <a:lnTo>
                  <a:pt x="655445" y="524509"/>
                </a:lnTo>
                <a:lnTo>
                  <a:pt x="646083" y="530859"/>
                </a:lnTo>
                <a:lnTo>
                  <a:pt x="636539" y="537209"/>
                </a:lnTo>
                <a:lnTo>
                  <a:pt x="626814" y="543559"/>
                </a:lnTo>
                <a:lnTo>
                  <a:pt x="616922" y="548639"/>
                </a:lnTo>
                <a:lnTo>
                  <a:pt x="606878" y="554989"/>
                </a:lnTo>
                <a:lnTo>
                  <a:pt x="575854" y="570229"/>
                </a:lnTo>
                <a:lnTo>
                  <a:pt x="521725" y="589279"/>
                </a:lnTo>
                <a:lnTo>
                  <a:pt x="488151" y="596899"/>
                </a:lnTo>
                <a:lnTo>
                  <a:pt x="476835" y="598169"/>
                </a:lnTo>
                <a:lnTo>
                  <a:pt x="465470" y="600709"/>
                </a:lnTo>
                <a:lnTo>
                  <a:pt x="442605" y="603249"/>
                </a:lnTo>
                <a:close/>
              </a:path>
              <a:path w="1626234" h="603250">
                <a:moveTo>
                  <a:pt x="1591389" y="26669"/>
                </a:moveTo>
                <a:lnTo>
                  <a:pt x="819861" y="26669"/>
                </a:lnTo>
                <a:lnTo>
                  <a:pt x="826234" y="25399"/>
                </a:lnTo>
                <a:lnTo>
                  <a:pt x="837959" y="17779"/>
                </a:lnTo>
                <a:lnTo>
                  <a:pt x="842441" y="12699"/>
                </a:lnTo>
                <a:lnTo>
                  <a:pt x="845543" y="6349"/>
                </a:lnTo>
                <a:lnTo>
                  <a:pt x="849459" y="0"/>
                </a:lnTo>
                <a:lnTo>
                  <a:pt x="1578306" y="0"/>
                </a:lnTo>
                <a:lnTo>
                  <a:pt x="1581696" y="6349"/>
                </a:lnTo>
                <a:lnTo>
                  <a:pt x="1585718" y="13969"/>
                </a:lnTo>
                <a:lnTo>
                  <a:pt x="1589560" y="22859"/>
                </a:lnTo>
                <a:lnTo>
                  <a:pt x="1591389" y="26669"/>
                </a:lnTo>
                <a:close/>
              </a:path>
              <a:path w="1626234" h="603250">
                <a:moveTo>
                  <a:pt x="1241805" y="603249"/>
                </a:moveTo>
                <a:lnTo>
                  <a:pt x="1187093" y="603249"/>
                </a:lnTo>
                <a:lnTo>
                  <a:pt x="1168919" y="600709"/>
                </a:lnTo>
                <a:lnTo>
                  <a:pt x="1159858" y="600709"/>
                </a:lnTo>
                <a:lnTo>
                  <a:pt x="1150824" y="599439"/>
                </a:lnTo>
                <a:lnTo>
                  <a:pt x="1141825" y="596899"/>
                </a:lnTo>
                <a:lnTo>
                  <a:pt x="1123934" y="594359"/>
                </a:lnTo>
                <a:lnTo>
                  <a:pt x="1080049" y="581659"/>
                </a:lnTo>
                <a:lnTo>
                  <a:pt x="1071455" y="577849"/>
                </a:lnTo>
                <a:lnTo>
                  <a:pt x="1062930" y="575309"/>
                </a:lnTo>
                <a:lnTo>
                  <a:pt x="1054475" y="571499"/>
                </a:lnTo>
                <a:lnTo>
                  <a:pt x="1021486" y="556259"/>
                </a:lnTo>
                <a:lnTo>
                  <a:pt x="1013462" y="551179"/>
                </a:lnTo>
                <a:lnTo>
                  <a:pt x="1005541" y="547369"/>
                </a:lnTo>
                <a:lnTo>
                  <a:pt x="967533" y="521969"/>
                </a:lnTo>
                <a:lnTo>
                  <a:pt x="953146" y="510539"/>
                </a:lnTo>
                <a:lnTo>
                  <a:pt x="946146" y="505459"/>
                </a:lnTo>
                <a:lnTo>
                  <a:pt x="913172" y="473709"/>
                </a:lnTo>
                <a:lnTo>
                  <a:pt x="900989" y="459739"/>
                </a:lnTo>
                <a:lnTo>
                  <a:pt x="895129" y="453389"/>
                </a:lnTo>
                <a:lnTo>
                  <a:pt x="889425" y="445769"/>
                </a:lnTo>
                <a:lnTo>
                  <a:pt x="883878" y="438149"/>
                </a:lnTo>
                <a:lnTo>
                  <a:pt x="878492" y="431799"/>
                </a:lnTo>
                <a:lnTo>
                  <a:pt x="873273" y="424179"/>
                </a:lnTo>
                <a:lnTo>
                  <a:pt x="868221" y="416559"/>
                </a:lnTo>
                <a:lnTo>
                  <a:pt x="863336" y="408939"/>
                </a:lnTo>
                <a:lnTo>
                  <a:pt x="858623" y="400049"/>
                </a:lnTo>
                <a:lnTo>
                  <a:pt x="854087" y="392429"/>
                </a:lnTo>
                <a:lnTo>
                  <a:pt x="849727" y="384809"/>
                </a:lnTo>
                <a:lnTo>
                  <a:pt x="845543" y="375919"/>
                </a:lnTo>
                <a:lnTo>
                  <a:pt x="842441" y="370839"/>
                </a:lnTo>
                <a:lnTo>
                  <a:pt x="837959" y="365759"/>
                </a:lnTo>
                <a:lnTo>
                  <a:pt x="826234" y="358139"/>
                </a:lnTo>
                <a:lnTo>
                  <a:pt x="819861" y="356869"/>
                </a:lnTo>
                <a:lnTo>
                  <a:pt x="1591508" y="356869"/>
                </a:lnTo>
                <a:lnTo>
                  <a:pt x="1590477" y="359409"/>
                </a:lnTo>
                <a:lnTo>
                  <a:pt x="1586682" y="367029"/>
                </a:lnTo>
                <a:lnTo>
                  <a:pt x="1582702" y="375919"/>
                </a:lnTo>
                <a:lnTo>
                  <a:pt x="1578542" y="383539"/>
                </a:lnTo>
                <a:lnTo>
                  <a:pt x="1574205" y="391159"/>
                </a:lnTo>
                <a:lnTo>
                  <a:pt x="1569691" y="400049"/>
                </a:lnTo>
                <a:lnTo>
                  <a:pt x="1544546" y="438149"/>
                </a:lnTo>
                <a:lnTo>
                  <a:pt x="1539020" y="444499"/>
                </a:lnTo>
                <a:lnTo>
                  <a:pt x="1533336" y="452119"/>
                </a:lnTo>
                <a:lnTo>
                  <a:pt x="1527496" y="458469"/>
                </a:lnTo>
                <a:lnTo>
                  <a:pt x="1521500" y="466089"/>
                </a:lnTo>
                <a:lnTo>
                  <a:pt x="1515352" y="472439"/>
                </a:lnTo>
                <a:lnTo>
                  <a:pt x="1482469" y="504189"/>
                </a:lnTo>
                <a:lnTo>
                  <a:pt x="1468371" y="515619"/>
                </a:lnTo>
                <a:lnTo>
                  <a:pt x="1461131" y="521969"/>
                </a:lnTo>
                <a:lnTo>
                  <a:pt x="1453773" y="527049"/>
                </a:lnTo>
                <a:lnTo>
                  <a:pt x="1446298" y="532129"/>
                </a:lnTo>
                <a:lnTo>
                  <a:pt x="1431002" y="542289"/>
                </a:lnTo>
                <a:lnTo>
                  <a:pt x="1423197" y="546099"/>
                </a:lnTo>
                <a:lnTo>
                  <a:pt x="1415288" y="551179"/>
                </a:lnTo>
                <a:lnTo>
                  <a:pt x="1407277" y="554989"/>
                </a:lnTo>
                <a:lnTo>
                  <a:pt x="1399171" y="560069"/>
                </a:lnTo>
                <a:lnTo>
                  <a:pt x="1365888" y="575309"/>
                </a:lnTo>
                <a:lnTo>
                  <a:pt x="1357372" y="577849"/>
                </a:lnTo>
                <a:lnTo>
                  <a:pt x="1348786" y="581659"/>
                </a:lnTo>
                <a:lnTo>
                  <a:pt x="1313816" y="591819"/>
                </a:lnTo>
                <a:lnTo>
                  <a:pt x="1304938" y="593089"/>
                </a:lnTo>
                <a:lnTo>
                  <a:pt x="1296015" y="595629"/>
                </a:lnTo>
                <a:lnTo>
                  <a:pt x="1241805" y="603249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3757" y="7005226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347401" y="590549"/>
                </a:moveTo>
                <a:lnTo>
                  <a:pt x="247464" y="590549"/>
                </a:lnTo>
                <a:lnTo>
                  <a:pt x="203415" y="579703"/>
                </a:lnTo>
                <a:lnTo>
                  <a:pt x="160738" y="561669"/>
                </a:lnTo>
                <a:lnTo>
                  <a:pt x="121766" y="537482"/>
                </a:lnTo>
                <a:lnTo>
                  <a:pt x="87110" y="507755"/>
                </a:lnTo>
                <a:lnTo>
                  <a:pt x="57383" y="473099"/>
                </a:lnTo>
                <a:lnTo>
                  <a:pt x="33196" y="434126"/>
                </a:lnTo>
                <a:lnTo>
                  <a:pt x="15161" y="391450"/>
                </a:lnTo>
                <a:lnTo>
                  <a:pt x="3892" y="345681"/>
                </a:lnTo>
                <a:lnTo>
                  <a:pt x="0" y="297432"/>
                </a:lnTo>
                <a:lnTo>
                  <a:pt x="3892" y="249184"/>
                </a:lnTo>
                <a:lnTo>
                  <a:pt x="15161" y="203415"/>
                </a:lnTo>
                <a:lnTo>
                  <a:pt x="33196" y="160738"/>
                </a:lnTo>
                <a:lnTo>
                  <a:pt x="57383" y="121766"/>
                </a:lnTo>
                <a:lnTo>
                  <a:pt x="87110" y="87110"/>
                </a:lnTo>
                <a:lnTo>
                  <a:pt x="121766" y="57382"/>
                </a:lnTo>
                <a:lnTo>
                  <a:pt x="160738" y="33195"/>
                </a:lnTo>
                <a:lnTo>
                  <a:pt x="203415" y="15161"/>
                </a:lnTo>
                <a:lnTo>
                  <a:pt x="249184" y="3892"/>
                </a:lnTo>
                <a:lnTo>
                  <a:pt x="297432" y="0"/>
                </a:lnTo>
                <a:lnTo>
                  <a:pt x="345681" y="3892"/>
                </a:lnTo>
                <a:lnTo>
                  <a:pt x="391450" y="15161"/>
                </a:lnTo>
                <a:lnTo>
                  <a:pt x="434127" y="33195"/>
                </a:lnTo>
                <a:lnTo>
                  <a:pt x="473099" y="57382"/>
                </a:lnTo>
                <a:lnTo>
                  <a:pt x="507755" y="87110"/>
                </a:lnTo>
                <a:lnTo>
                  <a:pt x="537482" y="121766"/>
                </a:lnTo>
                <a:lnTo>
                  <a:pt x="544027" y="132312"/>
                </a:lnTo>
                <a:lnTo>
                  <a:pt x="297432" y="132312"/>
                </a:lnTo>
                <a:lnTo>
                  <a:pt x="253562" y="138215"/>
                </a:lnTo>
                <a:lnTo>
                  <a:pt x="214125" y="154871"/>
                </a:lnTo>
                <a:lnTo>
                  <a:pt x="180701" y="180701"/>
                </a:lnTo>
                <a:lnTo>
                  <a:pt x="154871" y="214125"/>
                </a:lnTo>
                <a:lnTo>
                  <a:pt x="138215" y="253562"/>
                </a:lnTo>
                <a:lnTo>
                  <a:pt x="132312" y="297432"/>
                </a:lnTo>
                <a:lnTo>
                  <a:pt x="138207" y="341303"/>
                </a:lnTo>
                <a:lnTo>
                  <a:pt x="154845" y="380740"/>
                </a:lnTo>
                <a:lnTo>
                  <a:pt x="180656" y="414163"/>
                </a:lnTo>
                <a:lnTo>
                  <a:pt x="214072" y="439993"/>
                </a:lnTo>
                <a:lnTo>
                  <a:pt x="253520" y="456650"/>
                </a:lnTo>
                <a:lnTo>
                  <a:pt x="297432" y="462553"/>
                </a:lnTo>
                <a:lnTo>
                  <a:pt x="544027" y="462553"/>
                </a:lnTo>
                <a:lnTo>
                  <a:pt x="537482" y="473099"/>
                </a:lnTo>
                <a:lnTo>
                  <a:pt x="507755" y="507755"/>
                </a:lnTo>
                <a:lnTo>
                  <a:pt x="473099" y="537482"/>
                </a:lnTo>
                <a:lnTo>
                  <a:pt x="434127" y="561669"/>
                </a:lnTo>
                <a:lnTo>
                  <a:pt x="391450" y="579703"/>
                </a:lnTo>
                <a:lnTo>
                  <a:pt x="347401" y="590549"/>
                </a:lnTo>
                <a:close/>
              </a:path>
              <a:path w="590550" h="590550">
                <a:moveTo>
                  <a:pt x="544027" y="462553"/>
                </a:moveTo>
                <a:lnTo>
                  <a:pt x="297432" y="462553"/>
                </a:lnTo>
                <a:lnTo>
                  <a:pt x="341345" y="456650"/>
                </a:lnTo>
                <a:lnTo>
                  <a:pt x="380793" y="439993"/>
                </a:lnTo>
                <a:lnTo>
                  <a:pt x="414208" y="414163"/>
                </a:lnTo>
                <a:lnTo>
                  <a:pt x="440020" y="380740"/>
                </a:lnTo>
                <a:lnTo>
                  <a:pt x="456658" y="341303"/>
                </a:lnTo>
                <a:lnTo>
                  <a:pt x="462553" y="297432"/>
                </a:lnTo>
                <a:lnTo>
                  <a:pt x="456650" y="253562"/>
                </a:lnTo>
                <a:lnTo>
                  <a:pt x="439993" y="214125"/>
                </a:lnTo>
                <a:lnTo>
                  <a:pt x="414164" y="180701"/>
                </a:lnTo>
                <a:lnTo>
                  <a:pt x="380740" y="154871"/>
                </a:lnTo>
                <a:lnTo>
                  <a:pt x="341303" y="138215"/>
                </a:lnTo>
                <a:lnTo>
                  <a:pt x="297432" y="132312"/>
                </a:lnTo>
                <a:lnTo>
                  <a:pt x="544027" y="132312"/>
                </a:lnTo>
                <a:lnTo>
                  <a:pt x="561669" y="160738"/>
                </a:lnTo>
                <a:lnTo>
                  <a:pt x="579704" y="203415"/>
                </a:lnTo>
                <a:lnTo>
                  <a:pt x="590550" y="247464"/>
                </a:lnTo>
                <a:lnTo>
                  <a:pt x="590550" y="347401"/>
                </a:lnTo>
                <a:lnTo>
                  <a:pt x="579704" y="391450"/>
                </a:lnTo>
                <a:lnTo>
                  <a:pt x="561669" y="434126"/>
                </a:lnTo>
                <a:lnTo>
                  <a:pt x="544027" y="462553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241114" y="1371112"/>
            <a:ext cx="1386840" cy="1386840"/>
          </a:xfrm>
          <a:custGeom>
            <a:avLst/>
            <a:gdLst/>
            <a:ahLst/>
            <a:cxnLst/>
            <a:rect l="l" t="t" r="r" b="b"/>
            <a:pathLst>
              <a:path w="1386840" h="1386839">
                <a:moveTo>
                  <a:pt x="839323" y="1386819"/>
                </a:moveTo>
                <a:lnTo>
                  <a:pt x="547495" y="1386819"/>
                </a:lnTo>
                <a:lnTo>
                  <a:pt x="547495" y="1045824"/>
                </a:lnTo>
                <a:lnTo>
                  <a:pt x="306261" y="1286899"/>
                </a:lnTo>
                <a:lnTo>
                  <a:pt x="99919" y="1080558"/>
                </a:lnTo>
                <a:lnTo>
                  <a:pt x="340995" y="839323"/>
                </a:lnTo>
                <a:lnTo>
                  <a:pt x="0" y="839323"/>
                </a:lnTo>
                <a:lnTo>
                  <a:pt x="0" y="547495"/>
                </a:lnTo>
                <a:lnTo>
                  <a:pt x="340995" y="547495"/>
                </a:lnTo>
                <a:lnTo>
                  <a:pt x="99919" y="306261"/>
                </a:lnTo>
                <a:lnTo>
                  <a:pt x="306261" y="99919"/>
                </a:lnTo>
                <a:lnTo>
                  <a:pt x="547495" y="340995"/>
                </a:lnTo>
                <a:lnTo>
                  <a:pt x="547495" y="0"/>
                </a:lnTo>
                <a:lnTo>
                  <a:pt x="839323" y="0"/>
                </a:lnTo>
                <a:lnTo>
                  <a:pt x="839323" y="340995"/>
                </a:lnTo>
                <a:lnTo>
                  <a:pt x="1080558" y="99919"/>
                </a:lnTo>
                <a:lnTo>
                  <a:pt x="1286899" y="306261"/>
                </a:lnTo>
                <a:lnTo>
                  <a:pt x="1045824" y="547495"/>
                </a:lnTo>
                <a:lnTo>
                  <a:pt x="1386819" y="547495"/>
                </a:lnTo>
                <a:lnTo>
                  <a:pt x="1386819" y="839323"/>
                </a:lnTo>
                <a:lnTo>
                  <a:pt x="1045824" y="839323"/>
                </a:lnTo>
                <a:lnTo>
                  <a:pt x="1286899" y="1080558"/>
                </a:lnTo>
                <a:lnTo>
                  <a:pt x="1080558" y="1286899"/>
                </a:lnTo>
                <a:lnTo>
                  <a:pt x="839323" y="1045824"/>
                </a:lnTo>
                <a:lnTo>
                  <a:pt x="839323" y="1386819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5408213"/>
            <a:ext cx="133350" cy="1333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47089" y="5105305"/>
            <a:ext cx="5478145" cy="283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3200" spc="-70">
                <a:latin typeface="Verdana"/>
                <a:cs typeface="Verdana"/>
              </a:rPr>
              <a:t>Data</a:t>
            </a:r>
            <a:r>
              <a:rPr dirty="0" sz="3200" spc="-215">
                <a:latin typeface="Verdana"/>
                <a:cs typeface="Verdana"/>
              </a:rPr>
              <a:t> </a:t>
            </a:r>
            <a:r>
              <a:rPr dirty="0" sz="3200" spc="-185">
                <a:latin typeface="Verdana"/>
                <a:cs typeface="Verdana"/>
              </a:rPr>
              <a:t>PenjuaLan</a:t>
            </a:r>
            <a:r>
              <a:rPr dirty="0" sz="3200" spc="-210">
                <a:latin typeface="Verdana"/>
                <a:cs typeface="Verdana"/>
              </a:rPr>
              <a:t> </a:t>
            </a:r>
            <a:r>
              <a:rPr dirty="0" sz="3200" spc="-95">
                <a:latin typeface="Verdana"/>
                <a:cs typeface="Verdana"/>
              </a:rPr>
              <a:t>per</a:t>
            </a:r>
            <a:r>
              <a:rPr dirty="0" sz="3200" spc="-210">
                <a:latin typeface="Verdana"/>
                <a:cs typeface="Verdana"/>
              </a:rPr>
              <a:t> </a:t>
            </a:r>
            <a:r>
              <a:rPr dirty="0" sz="3200" spc="-1019">
                <a:latin typeface="Verdana"/>
                <a:cs typeface="Verdana"/>
              </a:rPr>
              <a:t>1</a:t>
            </a:r>
            <a:r>
              <a:rPr dirty="0" sz="3200" spc="-210">
                <a:latin typeface="Verdana"/>
                <a:cs typeface="Verdana"/>
              </a:rPr>
              <a:t> </a:t>
            </a:r>
            <a:r>
              <a:rPr dirty="0" sz="3200" spc="-20">
                <a:latin typeface="Verdana"/>
                <a:cs typeface="Verdana"/>
              </a:rPr>
              <a:t>hari </a:t>
            </a:r>
            <a:r>
              <a:rPr dirty="0" sz="3200" spc="-70">
                <a:latin typeface="Verdana"/>
                <a:cs typeface="Verdana"/>
              </a:rPr>
              <a:t>Data</a:t>
            </a:r>
            <a:r>
              <a:rPr dirty="0" sz="3200" spc="-215">
                <a:latin typeface="Verdana"/>
                <a:cs typeface="Verdana"/>
              </a:rPr>
              <a:t> </a:t>
            </a:r>
            <a:r>
              <a:rPr dirty="0" sz="3200" spc="-210">
                <a:latin typeface="Verdana"/>
                <a:cs typeface="Verdana"/>
              </a:rPr>
              <a:t>penjuaLan </a:t>
            </a:r>
            <a:r>
              <a:rPr dirty="0" sz="3200" spc="-95">
                <a:latin typeface="Verdana"/>
                <a:cs typeface="Verdana"/>
              </a:rPr>
              <a:t>per</a:t>
            </a:r>
            <a:r>
              <a:rPr dirty="0" sz="3200" spc="-210">
                <a:latin typeface="Verdana"/>
                <a:cs typeface="Verdana"/>
              </a:rPr>
              <a:t> </a:t>
            </a:r>
            <a:r>
              <a:rPr dirty="0" sz="3200" spc="-1019">
                <a:latin typeface="Verdana"/>
                <a:cs typeface="Verdana"/>
              </a:rPr>
              <a:t>1</a:t>
            </a:r>
            <a:r>
              <a:rPr dirty="0" sz="3200" spc="-210">
                <a:latin typeface="Verdana"/>
                <a:cs typeface="Verdana"/>
              </a:rPr>
              <a:t> </a:t>
            </a:r>
            <a:r>
              <a:rPr dirty="0" sz="3200" spc="-280">
                <a:latin typeface="Verdana"/>
                <a:cs typeface="Verdana"/>
              </a:rPr>
              <a:t>buLan </a:t>
            </a:r>
            <a:r>
              <a:rPr dirty="0" sz="3200" spc="-65">
                <a:latin typeface="Verdana"/>
                <a:cs typeface="Verdana"/>
              </a:rPr>
              <a:t>Laporan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210">
                <a:latin typeface="Verdana"/>
                <a:cs typeface="Verdana"/>
              </a:rPr>
              <a:t>penjuaLan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95">
                <a:latin typeface="Verdana"/>
                <a:cs typeface="Verdana"/>
              </a:rPr>
              <a:t>per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1019">
                <a:latin typeface="Verdana"/>
                <a:cs typeface="Verdana"/>
              </a:rPr>
              <a:t>1</a:t>
            </a:r>
            <a:r>
              <a:rPr dirty="0" sz="3200" spc="-215">
                <a:latin typeface="Verdana"/>
                <a:cs typeface="Verdana"/>
              </a:rPr>
              <a:t> </a:t>
            </a:r>
            <a:r>
              <a:rPr dirty="0" sz="3200" spc="-75">
                <a:latin typeface="Verdana"/>
                <a:cs typeface="Verdana"/>
              </a:rPr>
              <a:t>hari </a:t>
            </a:r>
            <a:r>
              <a:rPr dirty="0" sz="3200" spc="-65">
                <a:latin typeface="Verdana"/>
                <a:cs typeface="Verdana"/>
              </a:rPr>
              <a:t>Laporan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210">
                <a:latin typeface="Verdana"/>
                <a:cs typeface="Verdana"/>
              </a:rPr>
              <a:t>penjuaLan</a:t>
            </a:r>
            <a:r>
              <a:rPr dirty="0" sz="3200" spc="-215">
                <a:latin typeface="Verdana"/>
                <a:cs typeface="Verdana"/>
              </a:rPr>
              <a:t> </a:t>
            </a:r>
            <a:r>
              <a:rPr dirty="0" sz="3200" spc="-95">
                <a:latin typeface="Verdana"/>
                <a:cs typeface="Verdana"/>
              </a:rPr>
              <a:t>per</a:t>
            </a:r>
            <a:r>
              <a:rPr dirty="0" sz="3200" spc="-215">
                <a:latin typeface="Verdana"/>
                <a:cs typeface="Verdana"/>
              </a:rPr>
              <a:t> </a:t>
            </a:r>
            <a:r>
              <a:rPr dirty="0" sz="3200" spc="-50">
                <a:latin typeface="Verdana"/>
                <a:cs typeface="Verdana"/>
              </a:rPr>
              <a:t>5 </a:t>
            </a:r>
            <a:r>
              <a:rPr dirty="0" sz="3200" spc="-135">
                <a:latin typeface="Verdana"/>
                <a:cs typeface="Verdana"/>
              </a:rPr>
              <a:t>hari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305">
                <a:latin typeface="Verdana"/>
                <a:cs typeface="Verdana"/>
              </a:rPr>
              <a:t>/</a:t>
            </a:r>
            <a:r>
              <a:rPr dirty="0" sz="3200" spc="-215">
                <a:latin typeface="Verdana"/>
                <a:cs typeface="Verdana"/>
              </a:rPr>
              <a:t> </a:t>
            </a:r>
            <a:r>
              <a:rPr dirty="0" sz="3200" spc="-1019">
                <a:latin typeface="Verdana"/>
                <a:cs typeface="Verdana"/>
              </a:rPr>
              <a:t>1</a:t>
            </a:r>
            <a:r>
              <a:rPr dirty="0" sz="3200" spc="-220">
                <a:latin typeface="Verdana"/>
                <a:cs typeface="Verdana"/>
              </a:rPr>
              <a:t> </a:t>
            </a:r>
            <a:r>
              <a:rPr dirty="0" sz="3200" spc="-10">
                <a:latin typeface="Verdana"/>
                <a:cs typeface="Verdana"/>
              </a:rPr>
              <a:t>minggu</a:t>
            </a:r>
            <a:endParaRPr sz="32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5970188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6532163"/>
            <a:ext cx="133350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7094138"/>
            <a:ext cx="133350" cy="133349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971474" y="3744468"/>
            <a:ext cx="937260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800" spc="-155"/>
              <a:t>i</a:t>
            </a:r>
            <a:r>
              <a:rPr dirty="0" cap="small" sz="6800" spc="-155"/>
              <a:t>s</a:t>
            </a:r>
            <a:r>
              <a:rPr dirty="0" sz="6800" spc="-155"/>
              <a:t>i</a:t>
            </a:r>
            <a:endParaRPr sz="6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3041" y="6968915"/>
            <a:ext cx="6967855" cy="1719580"/>
            <a:chOff x="1703041" y="6968915"/>
            <a:chExt cx="6967855" cy="1719580"/>
          </a:xfrm>
        </p:grpSpPr>
        <p:sp>
          <p:nvSpPr>
            <p:cNvPr id="3" name="object 3"/>
            <p:cNvSpPr/>
            <p:nvPr/>
          </p:nvSpPr>
          <p:spPr>
            <a:xfrm>
              <a:off x="1703041" y="6968915"/>
              <a:ext cx="6967855" cy="1719580"/>
            </a:xfrm>
            <a:custGeom>
              <a:avLst/>
              <a:gdLst/>
              <a:ahLst/>
              <a:cxnLst/>
              <a:rect l="l" t="t" r="r" b="b"/>
              <a:pathLst>
                <a:path w="6967855" h="1719579">
                  <a:moveTo>
                    <a:pt x="6481860" y="1719182"/>
                  </a:moveTo>
                  <a:lnTo>
                    <a:pt x="485775" y="1719182"/>
                  </a:lnTo>
                  <a:lnTo>
                    <a:pt x="437762" y="1716805"/>
                  </a:lnTo>
                  <a:lnTo>
                    <a:pt x="390562" y="1709762"/>
                  </a:lnTo>
                  <a:lnTo>
                    <a:pt x="344494" y="1698184"/>
                  </a:lnTo>
                  <a:lnTo>
                    <a:pt x="299877" y="1682204"/>
                  </a:lnTo>
                  <a:lnTo>
                    <a:pt x="257028" y="1661954"/>
                  </a:lnTo>
                  <a:lnTo>
                    <a:pt x="216266" y="1637566"/>
                  </a:lnTo>
                  <a:lnTo>
                    <a:pt x="177911" y="1609171"/>
                  </a:lnTo>
                  <a:lnTo>
                    <a:pt x="142280" y="1576902"/>
                  </a:lnTo>
                  <a:lnTo>
                    <a:pt x="110010" y="1541271"/>
                  </a:lnTo>
                  <a:lnTo>
                    <a:pt x="81615" y="1502915"/>
                  </a:lnTo>
                  <a:lnTo>
                    <a:pt x="57227" y="1462154"/>
                  </a:lnTo>
                  <a:lnTo>
                    <a:pt x="36977" y="1419305"/>
                  </a:lnTo>
                  <a:lnTo>
                    <a:pt x="20997" y="1374688"/>
                  </a:lnTo>
                  <a:lnTo>
                    <a:pt x="9420" y="1328620"/>
                  </a:lnTo>
                  <a:lnTo>
                    <a:pt x="2377" y="1281420"/>
                  </a:lnTo>
                  <a:lnTo>
                    <a:pt x="0" y="1233407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6481860" y="0"/>
                  </a:lnTo>
                  <a:lnTo>
                    <a:pt x="6529873" y="2377"/>
                  </a:lnTo>
                  <a:lnTo>
                    <a:pt x="6577073" y="9420"/>
                  </a:lnTo>
                  <a:lnTo>
                    <a:pt x="6623140" y="20997"/>
                  </a:lnTo>
                  <a:lnTo>
                    <a:pt x="6667758" y="36977"/>
                  </a:lnTo>
                  <a:lnTo>
                    <a:pt x="6710607" y="57227"/>
                  </a:lnTo>
                  <a:lnTo>
                    <a:pt x="6751368" y="81616"/>
                  </a:lnTo>
                  <a:lnTo>
                    <a:pt x="6789724" y="110011"/>
                  </a:lnTo>
                  <a:lnTo>
                    <a:pt x="6825355" y="142280"/>
                  </a:lnTo>
                  <a:lnTo>
                    <a:pt x="6857624" y="177911"/>
                  </a:lnTo>
                  <a:lnTo>
                    <a:pt x="6886019" y="216266"/>
                  </a:lnTo>
                  <a:lnTo>
                    <a:pt x="6910408" y="257028"/>
                  </a:lnTo>
                  <a:lnTo>
                    <a:pt x="6930658" y="299877"/>
                  </a:lnTo>
                  <a:lnTo>
                    <a:pt x="6946638" y="344494"/>
                  </a:lnTo>
                  <a:lnTo>
                    <a:pt x="6958215" y="390562"/>
                  </a:lnTo>
                  <a:lnTo>
                    <a:pt x="6965258" y="437762"/>
                  </a:lnTo>
                  <a:lnTo>
                    <a:pt x="6967635" y="485775"/>
                  </a:lnTo>
                  <a:lnTo>
                    <a:pt x="6967635" y="1233407"/>
                  </a:lnTo>
                  <a:lnTo>
                    <a:pt x="6965258" y="1281420"/>
                  </a:lnTo>
                  <a:lnTo>
                    <a:pt x="6958215" y="1328620"/>
                  </a:lnTo>
                  <a:lnTo>
                    <a:pt x="6946638" y="1374688"/>
                  </a:lnTo>
                  <a:lnTo>
                    <a:pt x="6930658" y="1419305"/>
                  </a:lnTo>
                  <a:lnTo>
                    <a:pt x="6910408" y="1462154"/>
                  </a:lnTo>
                  <a:lnTo>
                    <a:pt x="6886019" y="1502915"/>
                  </a:lnTo>
                  <a:lnTo>
                    <a:pt x="6857624" y="1541271"/>
                  </a:lnTo>
                  <a:lnTo>
                    <a:pt x="6825355" y="1576902"/>
                  </a:lnTo>
                  <a:lnTo>
                    <a:pt x="6789724" y="1609171"/>
                  </a:lnTo>
                  <a:lnTo>
                    <a:pt x="6751368" y="1637566"/>
                  </a:lnTo>
                  <a:lnTo>
                    <a:pt x="6710607" y="1661954"/>
                  </a:lnTo>
                  <a:lnTo>
                    <a:pt x="6667758" y="1682204"/>
                  </a:lnTo>
                  <a:lnTo>
                    <a:pt x="6623140" y="1698184"/>
                  </a:lnTo>
                  <a:lnTo>
                    <a:pt x="6577073" y="1709762"/>
                  </a:lnTo>
                  <a:lnTo>
                    <a:pt x="6529873" y="1716805"/>
                  </a:lnTo>
                  <a:lnTo>
                    <a:pt x="6481860" y="1719182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6488" y="7519428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478624" y="338137"/>
                  </a:moveTo>
                  <a:lnTo>
                    <a:pt x="476846" y="329361"/>
                  </a:lnTo>
                  <a:lnTo>
                    <a:pt x="472020" y="322199"/>
                  </a:lnTo>
                  <a:lnTo>
                    <a:pt x="464845" y="317360"/>
                  </a:lnTo>
                  <a:lnTo>
                    <a:pt x="456082" y="315595"/>
                  </a:lnTo>
                  <a:lnTo>
                    <a:pt x="360680" y="315595"/>
                  </a:lnTo>
                  <a:lnTo>
                    <a:pt x="360680" y="220192"/>
                  </a:lnTo>
                  <a:lnTo>
                    <a:pt x="358902" y="211416"/>
                  </a:lnTo>
                  <a:lnTo>
                    <a:pt x="354076" y="204254"/>
                  </a:lnTo>
                  <a:lnTo>
                    <a:pt x="346913" y="199415"/>
                  </a:lnTo>
                  <a:lnTo>
                    <a:pt x="338137" y="197650"/>
                  </a:lnTo>
                  <a:lnTo>
                    <a:pt x="329361" y="199415"/>
                  </a:lnTo>
                  <a:lnTo>
                    <a:pt x="322199" y="204254"/>
                  </a:lnTo>
                  <a:lnTo>
                    <a:pt x="317360" y="211416"/>
                  </a:lnTo>
                  <a:lnTo>
                    <a:pt x="315595" y="220192"/>
                  </a:lnTo>
                  <a:lnTo>
                    <a:pt x="315595" y="315595"/>
                  </a:lnTo>
                  <a:lnTo>
                    <a:pt x="220192" y="315595"/>
                  </a:lnTo>
                  <a:lnTo>
                    <a:pt x="211416" y="317360"/>
                  </a:lnTo>
                  <a:lnTo>
                    <a:pt x="204254" y="322199"/>
                  </a:lnTo>
                  <a:lnTo>
                    <a:pt x="199428" y="329361"/>
                  </a:lnTo>
                  <a:lnTo>
                    <a:pt x="197650" y="338137"/>
                  </a:lnTo>
                  <a:lnTo>
                    <a:pt x="199428" y="346900"/>
                  </a:lnTo>
                  <a:lnTo>
                    <a:pt x="204254" y="354076"/>
                  </a:lnTo>
                  <a:lnTo>
                    <a:pt x="211416" y="358902"/>
                  </a:lnTo>
                  <a:lnTo>
                    <a:pt x="220192" y="360680"/>
                  </a:lnTo>
                  <a:lnTo>
                    <a:pt x="315595" y="360680"/>
                  </a:lnTo>
                  <a:lnTo>
                    <a:pt x="315595" y="456069"/>
                  </a:lnTo>
                  <a:lnTo>
                    <a:pt x="317360" y="464845"/>
                  </a:lnTo>
                  <a:lnTo>
                    <a:pt x="322199" y="472008"/>
                  </a:lnTo>
                  <a:lnTo>
                    <a:pt x="329361" y="476846"/>
                  </a:lnTo>
                  <a:lnTo>
                    <a:pt x="338137" y="478612"/>
                  </a:lnTo>
                  <a:lnTo>
                    <a:pt x="346913" y="476846"/>
                  </a:lnTo>
                  <a:lnTo>
                    <a:pt x="354076" y="472008"/>
                  </a:lnTo>
                  <a:lnTo>
                    <a:pt x="358902" y="464845"/>
                  </a:lnTo>
                  <a:lnTo>
                    <a:pt x="360680" y="456069"/>
                  </a:lnTo>
                  <a:lnTo>
                    <a:pt x="360680" y="360680"/>
                  </a:lnTo>
                  <a:lnTo>
                    <a:pt x="456082" y="360680"/>
                  </a:lnTo>
                  <a:lnTo>
                    <a:pt x="464845" y="358902"/>
                  </a:lnTo>
                  <a:lnTo>
                    <a:pt x="472020" y="354076"/>
                  </a:lnTo>
                  <a:lnTo>
                    <a:pt x="476846" y="346900"/>
                  </a:lnTo>
                  <a:lnTo>
                    <a:pt x="478624" y="338137"/>
                  </a:lnTo>
                  <a:close/>
                </a:path>
                <a:path w="676275" h="676275">
                  <a:moveTo>
                    <a:pt x="676275" y="338137"/>
                  </a:moveTo>
                  <a:lnTo>
                    <a:pt x="673176" y="292315"/>
                  </a:lnTo>
                  <a:lnTo>
                    <a:pt x="664171" y="248348"/>
                  </a:lnTo>
                  <a:lnTo>
                    <a:pt x="649655" y="206641"/>
                  </a:lnTo>
                  <a:lnTo>
                    <a:pt x="631190" y="169887"/>
                  </a:lnTo>
                  <a:lnTo>
                    <a:pt x="631190" y="338137"/>
                  </a:lnTo>
                  <a:lnTo>
                    <a:pt x="627341" y="385610"/>
                  </a:lnTo>
                  <a:lnTo>
                    <a:pt x="616229" y="430657"/>
                  </a:lnTo>
                  <a:lnTo>
                    <a:pt x="598436" y="472694"/>
                  </a:lnTo>
                  <a:lnTo>
                    <a:pt x="574573" y="511098"/>
                  </a:lnTo>
                  <a:lnTo>
                    <a:pt x="545261" y="545261"/>
                  </a:lnTo>
                  <a:lnTo>
                    <a:pt x="511098" y="574573"/>
                  </a:lnTo>
                  <a:lnTo>
                    <a:pt x="472694" y="598424"/>
                  </a:lnTo>
                  <a:lnTo>
                    <a:pt x="430669" y="616216"/>
                  </a:lnTo>
                  <a:lnTo>
                    <a:pt x="385610" y="627341"/>
                  </a:lnTo>
                  <a:lnTo>
                    <a:pt x="338137" y="631190"/>
                  </a:lnTo>
                  <a:lnTo>
                    <a:pt x="290664" y="627341"/>
                  </a:lnTo>
                  <a:lnTo>
                    <a:pt x="245605" y="616216"/>
                  </a:lnTo>
                  <a:lnTo>
                    <a:pt x="203568" y="598424"/>
                  </a:lnTo>
                  <a:lnTo>
                    <a:pt x="165176" y="574573"/>
                  </a:lnTo>
                  <a:lnTo>
                    <a:pt x="131013" y="545261"/>
                  </a:lnTo>
                  <a:lnTo>
                    <a:pt x="101701" y="511098"/>
                  </a:lnTo>
                  <a:lnTo>
                    <a:pt x="77838" y="472694"/>
                  </a:lnTo>
                  <a:lnTo>
                    <a:pt x="60045" y="430657"/>
                  </a:lnTo>
                  <a:lnTo>
                    <a:pt x="48920" y="385610"/>
                  </a:lnTo>
                  <a:lnTo>
                    <a:pt x="45085" y="338137"/>
                  </a:lnTo>
                  <a:lnTo>
                    <a:pt x="48920" y="290664"/>
                  </a:lnTo>
                  <a:lnTo>
                    <a:pt x="60045" y="245605"/>
                  </a:lnTo>
                  <a:lnTo>
                    <a:pt x="77838" y="203568"/>
                  </a:lnTo>
                  <a:lnTo>
                    <a:pt x="101701" y="165163"/>
                  </a:lnTo>
                  <a:lnTo>
                    <a:pt x="131013" y="131013"/>
                  </a:lnTo>
                  <a:lnTo>
                    <a:pt x="165176" y="101688"/>
                  </a:lnTo>
                  <a:lnTo>
                    <a:pt x="203568" y="77838"/>
                  </a:lnTo>
                  <a:lnTo>
                    <a:pt x="245605" y="60045"/>
                  </a:lnTo>
                  <a:lnTo>
                    <a:pt x="290664" y="48920"/>
                  </a:lnTo>
                  <a:lnTo>
                    <a:pt x="338137" y="45085"/>
                  </a:lnTo>
                  <a:lnTo>
                    <a:pt x="385610" y="48920"/>
                  </a:lnTo>
                  <a:lnTo>
                    <a:pt x="430669" y="60045"/>
                  </a:lnTo>
                  <a:lnTo>
                    <a:pt x="472694" y="77838"/>
                  </a:lnTo>
                  <a:lnTo>
                    <a:pt x="511098" y="101688"/>
                  </a:lnTo>
                  <a:lnTo>
                    <a:pt x="545261" y="131013"/>
                  </a:lnTo>
                  <a:lnTo>
                    <a:pt x="574573" y="165163"/>
                  </a:lnTo>
                  <a:lnTo>
                    <a:pt x="598436" y="203568"/>
                  </a:lnTo>
                  <a:lnTo>
                    <a:pt x="616229" y="245605"/>
                  </a:lnTo>
                  <a:lnTo>
                    <a:pt x="627341" y="290664"/>
                  </a:lnTo>
                  <a:lnTo>
                    <a:pt x="631190" y="338137"/>
                  </a:lnTo>
                  <a:lnTo>
                    <a:pt x="631190" y="169887"/>
                  </a:lnTo>
                  <a:lnTo>
                    <a:pt x="605726" y="131635"/>
                  </a:lnTo>
                  <a:lnTo>
                    <a:pt x="577126" y="99148"/>
                  </a:lnTo>
                  <a:lnTo>
                    <a:pt x="544639" y="70535"/>
                  </a:lnTo>
                  <a:lnTo>
                    <a:pt x="508673" y="46228"/>
                  </a:lnTo>
                  <a:lnTo>
                    <a:pt x="506387" y="45085"/>
                  </a:lnTo>
                  <a:lnTo>
                    <a:pt x="469633" y="26606"/>
                  </a:lnTo>
                  <a:lnTo>
                    <a:pt x="427926" y="12090"/>
                  </a:lnTo>
                  <a:lnTo>
                    <a:pt x="383959" y="3086"/>
                  </a:lnTo>
                  <a:lnTo>
                    <a:pt x="338137" y="0"/>
                  </a:lnTo>
                  <a:lnTo>
                    <a:pt x="292315" y="3086"/>
                  </a:lnTo>
                  <a:lnTo>
                    <a:pt x="248348" y="12090"/>
                  </a:lnTo>
                  <a:lnTo>
                    <a:pt x="206641" y="26606"/>
                  </a:lnTo>
                  <a:lnTo>
                    <a:pt x="167601" y="46228"/>
                  </a:lnTo>
                  <a:lnTo>
                    <a:pt x="131635" y="70535"/>
                  </a:lnTo>
                  <a:lnTo>
                    <a:pt x="99148" y="99148"/>
                  </a:lnTo>
                  <a:lnTo>
                    <a:pt x="70548" y="131635"/>
                  </a:lnTo>
                  <a:lnTo>
                    <a:pt x="46228" y="167601"/>
                  </a:lnTo>
                  <a:lnTo>
                    <a:pt x="26619" y="206641"/>
                  </a:lnTo>
                  <a:lnTo>
                    <a:pt x="12103" y="248348"/>
                  </a:lnTo>
                  <a:lnTo>
                    <a:pt x="3086" y="292315"/>
                  </a:lnTo>
                  <a:lnTo>
                    <a:pt x="0" y="338137"/>
                  </a:lnTo>
                  <a:lnTo>
                    <a:pt x="3086" y="383959"/>
                  </a:lnTo>
                  <a:lnTo>
                    <a:pt x="12103" y="427913"/>
                  </a:lnTo>
                  <a:lnTo>
                    <a:pt x="26619" y="469620"/>
                  </a:lnTo>
                  <a:lnTo>
                    <a:pt x="46228" y="508660"/>
                  </a:lnTo>
                  <a:lnTo>
                    <a:pt x="70548" y="544626"/>
                  </a:lnTo>
                  <a:lnTo>
                    <a:pt x="99148" y="577113"/>
                  </a:lnTo>
                  <a:lnTo>
                    <a:pt x="131635" y="605726"/>
                  </a:lnTo>
                  <a:lnTo>
                    <a:pt x="167601" y="630034"/>
                  </a:lnTo>
                  <a:lnTo>
                    <a:pt x="206641" y="649655"/>
                  </a:lnTo>
                  <a:lnTo>
                    <a:pt x="248348" y="664171"/>
                  </a:lnTo>
                  <a:lnTo>
                    <a:pt x="292315" y="673176"/>
                  </a:lnTo>
                  <a:lnTo>
                    <a:pt x="338137" y="676275"/>
                  </a:lnTo>
                  <a:lnTo>
                    <a:pt x="383959" y="673176"/>
                  </a:lnTo>
                  <a:lnTo>
                    <a:pt x="427926" y="664171"/>
                  </a:lnTo>
                  <a:lnTo>
                    <a:pt x="469633" y="649655"/>
                  </a:lnTo>
                  <a:lnTo>
                    <a:pt x="506387" y="631190"/>
                  </a:lnTo>
                  <a:lnTo>
                    <a:pt x="544639" y="605726"/>
                  </a:lnTo>
                  <a:lnTo>
                    <a:pt x="577126" y="577113"/>
                  </a:lnTo>
                  <a:lnTo>
                    <a:pt x="605726" y="544626"/>
                  </a:lnTo>
                  <a:lnTo>
                    <a:pt x="630047" y="508660"/>
                  </a:lnTo>
                  <a:lnTo>
                    <a:pt x="649655" y="469620"/>
                  </a:lnTo>
                  <a:lnTo>
                    <a:pt x="664171" y="427913"/>
                  </a:lnTo>
                  <a:lnTo>
                    <a:pt x="673176" y="383959"/>
                  </a:lnTo>
                  <a:lnTo>
                    <a:pt x="676275" y="338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8712200" cy="6494145"/>
            <a:chOff x="0" y="0"/>
            <a:chExt cx="8712200" cy="6494145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899785" cy="5651500"/>
            </a:xfrm>
            <a:custGeom>
              <a:avLst/>
              <a:gdLst/>
              <a:ahLst/>
              <a:cxnLst/>
              <a:rect l="l" t="t" r="r" b="b"/>
              <a:pathLst>
                <a:path w="5899785" h="5651500">
                  <a:moveTo>
                    <a:pt x="3996357" y="964813"/>
                  </a:moveTo>
                  <a:lnTo>
                    <a:pt x="60089" y="964813"/>
                  </a:lnTo>
                  <a:lnTo>
                    <a:pt x="0" y="904683"/>
                  </a:lnTo>
                  <a:lnTo>
                    <a:pt x="0" y="0"/>
                  </a:lnTo>
                  <a:lnTo>
                    <a:pt x="4960536" y="0"/>
                  </a:lnTo>
                  <a:lnTo>
                    <a:pt x="3996357" y="964813"/>
                  </a:lnTo>
                  <a:close/>
                </a:path>
                <a:path w="5899785" h="5651500">
                  <a:moveTo>
                    <a:pt x="5899555" y="2594590"/>
                  </a:moveTo>
                  <a:lnTo>
                    <a:pt x="0" y="2594590"/>
                  </a:lnTo>
                  <a:lnTo>
                    <a:pt x="0" y="964813"/>
                  </a:lnTo>
                  <a:lnTo>
                    <a:pt x="5899555" y="964813"/>
                  </a:lnTo>
                  <a:lnTo>
                    <a:pt x="5899555" y="2594590"/>
                  </a:lnTo>
                  <a:close/>
                </a:path>
                <a:path w="5899785" h="5651500">
                  <a:moveTo>
                    <a:pt x="0" y="4960372"/>
                  </a:moveTo>
                  <a:lnTo>
                    <a:pt x="0" y="2654720"/>
                  </a:lnTo>
                  <a:lnTo>
                    <a:pt x="60089" y="2594590"/>
                  </a:lnTo>
                  <a:lnTo>
                    <a:pt x="3996357" y="2594590"/>
                  </a:lnTo>
                  <a:lnTo>
                    <a:pt x="5148844" y="3747835"/>
                  </a:lnTo>
                  <a:lnTo>
                    <a:pt x="1213334" y="3747835"/>
                  </a:lnTo>
                  <a:lnTo>
                    <a:pt x="0" y="4960372"/>
                  </a:lnTo>
                  <a:close/>
                </a:path>
                <a:path w="5899785" h="5651500">
                  <a:moveTo>
                    <a:pt x="2843112" y="5651033"/>
                  </a:moveTo>
                  <a:lnTo>
                    <a:pt x="1213334" y="5651033"/>
                  </a:lnTo>
                  <a:lnTo>
                    <a:pt x="1213334" y="3747835"/>
                  </a:lnTo>
                  <a:lnTo>
                    <a:pt x="2843112" y="3747835"/>
                  </a:lnTo>
                  <a:lnTo>
                    <a:pt x="2843112" y="5651033"/>
                  </a:lnTo>
                  <a:close/>
                </a:path>
                <a:path w="5899785" h="5651500">
                  <a:moveTo>
                    <a:pt x="4190335" y="5094173"/>
                  </a:moveTo>
                  <a:lnTo>
                    <a:pt x="2843112" y="3747835"/>
                  </a:lnTo>
                  <a:lnTo>
                    <a:pt x="5148844" y="3747835"/>
                  </a:lnTo>
                  <a:lnTo>
                    <a:pt x="5342695" y="3941814"/>
                  </a:lnTo>
                  <a:lnTo>
                    <a:pt x="4190335" y="5094173"/>
                  </a:lnTo>
                  <a:close/>
                </a:path>
              </a:pathLst>
            </a:custGeom>
            <a:solidFill>
              <a:srgbClr val="CA24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185" y="1598902"/>
              <a:ext cx="6940725" cy="4894836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635829" y="1504350"/>
            <a:ext cx="2064385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800" spc="-20"/>
              <a:t>Data</a:t>
            </a:r>
            <a:endParaRPr sz="6800"/>
          </a:p>
        </p:txBody>
      </p:sp>
      <p:sp>
        <p:nvSpPr>
          <p:cNvPr id="9" name="object 9"/>
          <p:cNvSpPr txBox="1"/>
          <p:nvPr/>
        </p:nvSpPr>
        <p:spPr>
          <a:xfrm>
            <a:off x="9635829" y="2377412"/>
            <a:ext cx="7680325" cy="3429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300" spc="-45">
                <a:latin typeface="Verdana"/>
                <a:cs typeface="Verdana"/>
              </a:rPr>
              <a:t>penjualan</a:t>
            </a:r>
            <a:r>
              <a:rPr dirty="0" sz="6300" spc="-930">
                <a:latin typeface="Verdana"/>
                <a:cs typeface="Verdana"/>
              </a:rPr>
              <a:t> </a:t>
            </a:r>
            <a:r>
              <a:rPr dirty="0" sz="6300" spc="80">
                <a:latin typeface="Verdana"/>
                <a:cs typeface="Verdana"/>
              </a:rPr>
              <a:t>per</a:t>
            </a:r>
            <a:r>
              <a:rPr dirty="0" sz="6300" spc="-925">
                <a:latin typeface="Verdana"/>
                <a:cs typeface="Verdana"/>
              </a:rPr>
              <a:t> </a:t>
            </a:r>
            <a:r>
              <a:rPr dirty="0" sz="6300" spc="-1480">
                <a:latin typeface="Verdana"/>
                <a:cs typeface="Verdana"/>
              </a:rPr>
              <a:t>1</a:t>
            </a:r>
            <a:r>
              <a:rPr dirty="0" sz="6300" spc="-925">
                <a:latin typeface="Verdana"/>
                <a:cs typeface="Verdana"/>
              </a:rPr>
              <a:t> </a:t>
            </a:r>
            <a:r>
              <a:rPr dirty="0" sz="6300" spc="-20">
                <a:latin typeface="Verdana"/>
                <a:cs typeface="Verdana"/>
              </a:rPr>
              <a:t>hari</a:t>
            </a:r>
            <a:endParaRPr sz="6300">
              <a:latin typeface="Verdana"/>
              <a:cs typeface="Verdana"/>
            </a:endParaRPr>
          </a:p>
          <a:p>
            <a:pPr marL="59690" marR="622935">
              <a:lnSpc>
                <a:spcPct val="116399"/>
              </a:lnSpc>
              <a:spcBef>
                <a:spcPts val="3040"/>
              </a:spcBef>
            </a:pPr>
            <a:r>
              <a:rPr dirty="0" sz="2900" spc="-80">
                <a:latin typeface="Verdana"/>
                <a:cs typeface="Verdana"/>
              </a:rPr>
              <a:t>Setiap</a:t>
            </a:r>
            <a:r>
              <a:rPr dirty="0" sz="2900" spc="-200">
                <a:latin typeface="Verdana"/>
                <a:cs typeface="Verdana"/>
              </a:rPr>
              <a:t> </a:t>
            </a:r>
            <a:r>
              <a:rPr dirty="0" sz="2900" spc="-25">
                <a:latin typeface="Verdana"/>
                <a:cs typeface="Verdana"/>
              </a:rPr>
              <a:t>data</a:t>
            </a:r>
            <a:r>
              <a:rPr dirty="0" sz="2900" spc="-190">
                <a:latin typeface="Verdana"/>
                <a:cs typeface="Verdana"/>
              </a:rPr>
              <a:t> </a:t>
            </a:r>
            <a:r>
              <a:rPr dirty="0" sz="2900" spc="-120">
                <a:latin typeface="Verdana"/>
                <a:cs typeface="Verdana"/>
              </a:rPr>
              <a:t>yang</a:t>
            </a:r>
            <a:r>
              <a:rPr dirty="0" sz="2900" spc="-190">
                <a:latin typeface="Verdana"/>
                <a:cs typeface="Verdana"/>
              </a:rPr>
              <a:t> </a:t>
            </a:r>
            <a:r>
              <a:rPr dirty="0" sz="2900" spc="-170">
                <a:latin typeface="Verdana"/>
                <a:cs typeface="Verdana"/>
              </a:rPr>
              <a:t>dikirim</a:t>
            </a:r>
            <a:r>
              <a:rPr dirty="0" sz="2900" spc="-190">
                <a:latin typeface="Verdana"/>
                <a:cs typeface="Verdana"/>
              </a:rPr>
              <a:t> </a:t>
            </a:r>
            <a:r>
              <a:rPr dirty="0" sz="2900" spc="-265">
                <a:latin typeface="Verdana"/>
                <a:cs typeface="Verdana"/>
              </a:rPr>
              <a:t>oLeh</a:t>
            </a:r>
            <a:r>
              <a:rPr dirty="0" sz="2900" spc="-190">
                <a:latin typeface="Verdana"/>
                <a:cs typeface="Verdana"/>
              </a:rPr>
              <a:t> </a:t>
            </a:r>
            <a:r>
              <a:rPr dirty="0" sz="2900" spc="-125">
                <a:latin typeface="Verdana"/>
                <a:cs typeface="Verdana"/>
              </a:rPr>
              <a:t>pihak</a:t>
            </a:r>
            <a:r>
              <a:rPr dirty="0" sz="2900" spc="-190">
                <a:latin typeface="Verdana"/>
                <a:cs typeface="Verdana"/>
              </a:rPr>
              <a:t> </a:t>
            </a:r>
            <a:r>
              <a:rPr dirty="0" sz="2900" spc="-20">
                <a:latin typeface="Verdana"/>
                <a:cs typeface="Verdana"/>
              </a:rPr>
              <a:t>cafe </a:t>
            </a:r>
            <a:r>
              <a:rPr dirty="0" sz="2900" spc="-70">
                <a:latin typeface="Verdana"/>
                <a:cs typeface="Verdana"/>
              </a:rPr>
              <a:t>sanama</a:t>
            </a:r>
            <a:r>
              <a:rPr dirty="0" sz="2900" spc="-170">
                <a:latin typeface="Verdana"/>
                <a:cs typeface="Verdana"/>
              </a:rPr>
              <a:t> </a:t>
            </a:r>
            <a:r>
              <a:rPr dirty="0" sz="2900" spc="-204">
                <a:latin typeface="Verdana"/>
                <a:cs typeface="Verdana"/>
              </a:rPr>
              <a:t>diLakukan</a:t>
            </a:r>
            <a:r>
              <a:rPr dirty="0" sz="2900" spc="-165">
                <a:latin typeface="Verdana"/>
                <a:cs typeface="Verdana"/>
              </a:rPr>
              <a:t> </a:t>
            </a:r>
            <a:r>
              <a:rPr dirty="0" sz="2900" spc="-70">
                <a:latin typeface="Verdana"/>
                <a:cs typeface="Verdana"/>
              </a:rPr>
              <a:t>pengecekan</a:t>
            </a:r>
            <a:r>
              <a:rPr dirty="0" sz="2900" spc="-170">
                <a:latin typeface="Verdana"/>
                <a:cs typeface="Verdana"/>
              </a:rPr>
              <a:t> </a:t>
            </a:r>
            <a:r>
              <a:rPr dirty="0" sz="2900" spc="-20">
                <a:latin typeface="Verdana"/>
                <a:cs typeface="Verdana"/>
              </a:rPr>
              <a:t>data </a:t>
            </a:r>
            <a:r>
              <a:rPr dirty="0" sz="2900" spc="-150">
                <a:latin typeface="Verdana"/>
                <a:cs typeface="Verdana"/>
              </a:rPr>
              <a:t>untuk</a:t>
            </a:r>
            <a:r>
              <a:rPr dirty="0" sz="2900" spc="-170">
                <a:latin typeface="Verdana"/>
                <a:cs typeface="Verdana"/>
              </a:rPr>
              <a:t> </a:t>
            </a:r>
            <a:r>
              <a:rPr dirty="0" sz="2900" spc="-125">
                <a:latin typeface="Verdana"/>
                <a:cs typeface="Verdana"/>
              </a:rPr>
              <a:t>menentukan</a:t>
            </a:r>
            <a:r>
              <a:rPr dirty="0" sz="2900" spc="-170">
                <a:latin typeface="Verdana"/>
                <a:cs typeface="Verdana"/>
              </a:rPr>
              <a:t> </a:t>
            </a:r>
            <a:r>
              <a:rPr dirty="0" sz="2900" spc="-250">
                <a:latin typeface="Verdana"/>
                <a:cs typeface="Verdana"/>
              </a:rPr>
              <a:t>hasiL</a:t>
            </a:r>
            <a:r>
              <a:rPr dirty="0" sz="2900" spc="-170">
                <a:latin typeface="Verdana"/>
                <a:cs typeface="Verdana"/>
              </a:rPr>
              <a:t> </a:t>
            </a:r>
            <a:r>
              <a:rPr dirty="0" sz="2900" spc="-95">
                <a:latin typeface="Verdana"/>
                <a:cs typeface="Verdana"/>
              </a:rPr>
              <a:t>dari</a:t>
            </a:r>
            <a:r>
              <a:rPr dirty="0" sz="2900" spc="-170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kentungan </a:t>
            </a:r>
            <a:r>
              <a:rPr dirty="0" sz="2900" spc="-70">
                <a:latin typeface="Verdana"/>
                <a:cs typeface="Verdana"/>
              </a:rPr>
              <a:t>perusahaan</a:t>
            </a:r>
            <a:r>
              <a:rPr dirty="0" sz="2900" spc="-200">
                <a:latin typeface="Verdana"/>
                <a:cs typeface="Verdana"/>
              </a:rPr>
              <a:t> </a:t>
            </a:r>
            <a:r>
              <a:rPr dirty="0" sz="2900" spc="-10">
                <a:latin typeface="Verdana"/>
                <a:cs typeface="Verdana"/>
              </a:rPr>
              <a:t>orbits.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617323" y="6968915"/>
            <a:ext cx="6967855" cy="1719580"/>
            <a:chOff x="9617323" y="6968915"/>
            <a:chExt cx="6967855" cy="1719580"/>
          </a:xfrm>
        </p:grpSpPr>
        <p:sp>
          <p:nvSpPr>
            <p:cNvPr id="11" name="object 11"/>
            <p:cNvSpPr/>
            <p:nvPr/>
          </p:nvSpPr>
          <p:spPr>
            <a:xfrm>
              <a:off x="9617323" y="6968915"/>
              <a:ext cx="6967855" cy="1719580"/>
            </a:xfrm>
            <a:custGeom>
              <a:avLst/>
              <a:gdLst/>
              <a:ahLst/>
              <a:cxnLst/>
              <a:rect l="l" t="t" r="r" b="b"/>
              <a:pathLst>
                <a:path w="6967855" h="1719579">
                  <a:moveTo>
                    <a:pt x="6481861" y="1719182"/>
                  </a:moveTo>
                  <a:lnTo>
                    <a:pt x="485775" y="1719182"/>
                  </a:lnTo>
                  <a:lnTo>
                    <a:pt x="437762" y="1716805"/>
                  </a:lnTo>
                  <a:lnTo>
                    <a:pt x="390562" y="1709762"/>
                  </a:lnTo>
                  <a:lnTo>
                    <a:pt x="344494" y="1698184"/>
                  </a:lnTo>
                  <a:lnTo>
                    <a:pt x="299876" y="1682204"/>
                  </a:lnTo>
                  <a:lnTo>
                    <a:pt x="257028" y="1661954"/>
                  </a:lnTo>
                  <a:lnTo>
                    <a:pt x="216266" y="1637566"/>
                  </a:lnTo>
                  <a:lnTo>
                    <a:pt x="177911" y="1609171"/>
                  </a:lnTo>
                  <a:lnTo>
                    <a:pt x="142280" y="1576902"/>
                  </a:lnTo>
                  <a:lnTo>
                    <a:pt x="110010" y="1541271"/>
                  </a:lnTo>
                  <a:lnTo>
                    <a:pt x="81616" y="1502915"/>
                  </a:lnTo>
                  <a:lnTo>
                    <a:pt x="57227" y="1462154"/>
                  </a:lnTo>
                  <a:lnTo>
                    <a:pt x="36977" y="1419305"/>
                  </a:lnTo>
                  <a:lnTo>
                    <a:pt x="20997" y="1374688"/>
                  </a:lnTo>
                  <a:lnTo>
                    <a:pt x="9420" y="1328620"/>
                  </a:lnTo>
                  <a:lnTo>
                    <a:pt x="2377" y="1281420"/>
                  </a:lnTo>
                  <a:lnTo>
                    <a:pt x="0" y="1233407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6481861" y="0"/>
                  </a:lnTo>
                  <a:lnTo>
                    <a:pt x="6529874" y="2377"/>
                  </a:lnTo>
                  <a:lnTo>
                    <a:pt x="6577073" y="9420"/>
                  </a:lnTo>
                  <a:lnTo>
                    <a:pt x="6623141" y="20997"/>
                  </a:lnTo>
                  <a:lnTo>
                    <a:pt x="6667758" y="36977"/>
                  </a:lnTo>
                  <a:lnTo>
                    <a:pt x="6710607" y="57227"/>
                  </a:lnTo>
                  <a:lnTo>
                    <a:pt x="6751368" y="81616"/>
                  </a:lnTo>
                  <a:lnTo>
                    <a:pt x="6789724" y="110011"/>
                  </a:lnTo>
                  <a:lnTo>
                    <a:pt x="6825355" y="142280"/>
                  </a:lnTo>
                  <a:lnTo>
                    <a:pt x="6857625" y="177911"/>
                  </a:lnTo>
                  <a:lnTo>
                    <a:pt x="6886020" y="216266"/>
                  </a:lnTo>
                  <a:lnTo>
                    <a:pt x="6910408" y="257028"/>
                  </a:lnTo>
                  <a:lnTo>
                    <a:pt x="6930658" y="299877"/>
                  </a:lnTo>
                  <a:lnTo>
                    <a:pt x="6946638" y="344494"/>
                  </a:lnTo>
                  <a:lnTo>
                    <a:pt x="6958216" y="390562"/>
                  </a:lnTo>
                  <a:lnTo>
                    <a:pt x="6965259" y="437762"/>
                  </a:lnTo>
                  <a:lnTo>
                    <a:pt x="6967636" y="485775"/>
                  </a:lnTo>
                  <a:lnTo>
                    <a:pt x="6967636" y="1233407"/>
                  </a:lnTo>
                  <a:lnTo>
                    <a:pt x="6965259" y="1281420"/>
                  </a:lnTo>
                  <a:lnTo>
                    <a:pt x="6958216" y="1328620"/>
                  </a:lnTo>
                  <a:lnTo>
                    <a:pt x="6946638" y="1374688"/>
                  </a:lnTo>
                  <a:lnTo>
                    <a:pt x="6930658" y="1419305"/>
                  </a:lnTo>
                  <a:lnTo>
                    <a:pt x="6910408" y="1462154"/>
                  </a:lnTo>
                  <a:lnTo>
                    <a:pt x="6886020" y="1502915"/>
                  </a:lnTo>
                  <a:lnTo>
                    <a:pt x="6857625" y="1541271"/>
                  </a:lnTo>
                  <a:lnTo>
                    <a:pt x="6825355" y="1576902"/>
                  </a:lnTo>
                  <a:lnTo>
                    <a:pt x="6789724" y="1609171"/>
                  </a:lnTo>
                  <a:lnTo>
                    <a:pt x="6751368" y="1637566"/>
                  </a:lnTo>
                  <a:lnTo>
                    <a:pt x="6710607" y="1661954"/>
                  </a:lnTo>
                  <a:lnTo>
                    <a:pt x="6667758" y="1682204"/>
                  </a:lnTo>
                  <a:lnTo>
                    <a:pt x="6623141" y="1698184"/>
                  </a:lnTo>
                  <a:lnTo>
                    <a:pt x="6577073" y="1709762"/>
                  </a:lnTo>
                  <a:lnTo>
                    <a:pt x="6529874" y="1716805"/>
                  </a:lnTo>
                  <a:lnTo>
                    <a:pt x="6481861" y="1719182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940772" y="7519428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478612" y="338137"/>
                  </a:moveTo>
                  <a:lnTo>
                    <a:pt x="476846" y="329361"/>
                  </a:lnTo>
                  <a:lnTo>
                    <a:pt x="472008" y="322199"/>
                  </a:lnTo>
                  <a:lnTo>
                    <a:pt x="464845" y="317360"/>
                  </a:lnTo>
                  <a:lnTo>
                    <a:pt x="456069" y="315595"/>
                  </a:lnTo>
                  <a:lnTo>
                    <a:pt x="360680" y="315595"/>
                  </a:lnTo>
                  <a:lnTo>
                    <a:pt x="360680" y="220192"/>
                  </a:lnTo>
                  <a:lnTo>
                    <a:pt x="358902" y="211416"/>
                  </a:lnTo>
                  <a:lnTo>
                    <a:pt x="354076" y="204254"/>
                  </a:lnTo>
                  <a:lnTo>
                    <a:pt x="346913" y="199415"/>
                  </a:lnTo>
                  <a:lnTo>
                    <a:pt x="338137" y="197650"/>
                  </a:lnTo>
                  <a:lnTo>
                    <a:pt x="329361" y="199415"/>
                  </a:lnTo>
                  <a:lnTo>
                    <a:pt x="322199" y="204254"/>
                  </a:lnTo>
                  <a:lnTo>
                    <a:pt x="317360" y="211416"/>
                  </a:lnTo>
                  <a:lnTo>
                    <a:pt x="315595" y="220192"/>
                  </a:lnTo>
                  <a:lnTo>
                    <a:pt x="315595" y="315595"/>
                  </a:lnTo>
                  <a:lnTo>
                    <a:pt x="220192" y="315595"/>
                  </a:lnTo>
                  <a:lnTo>
                    <a:pt x="211416" y="317360"/>
                  </a:lnTo>
                  <a:lnTo>
                    <a:pt x="204254" y="322199"/>
                  </a:lnTo>
                  <a:lnTo>
                    <a:pt x="199428" y="329361"/>
                  </a:lnTo>
                  <a:lnTo>
                    <a:pt x="197650" y="338137"/>
                  </a:lnTo>
                  <a:lnTo>
                    <a:pt x="199428" y="346900"/>
                  </a:lnTo>
                  <a:lnTo>
                    <a:pt x="204254" y="354076"/>
                  </a:lnTo>
                  <a:lnTo>
                    <a:pt x="211416" y="358902"/>
                  </a:lnTo>
                  <a:lnTo>
                    <a:pt x="220192" y="360680"/>
                  </a:lnTo>
                  <a:lnTo>
                    <a:pt x="315595" y="360680"/>
                  </a:lnTo>
                  <a:lnTo>
                    <a:pt x="315595" y="456069"/>
                  </a:lnTo>
                  <a:lnTo>
                    <a:pt x="317360" y="464845"/>
                  </a:lnTo>
                  <a:lnTo>
                    <a:pt x="322199" y="472008"/>
                  </a:lnTo>
                  <a:lnTo>
                    <a:pt x="329361" y="476846"/>
                  </a:lnTo>
                  <a:lnTo>
                    <a:pt x="338137" y="478612"/>
                  </a:lnTo>
                  <a:lnTo>
                    <a:pt x="346913" y="476846"/>
                  </a:lnTo>
                  <a:lnTo>
                    <a:pt x="354076" y="472008"/>
                  </a:lnTo>
                  <a:lnTo>
                    <a:pt x="358902" y="464845"/>
                  </a:lnTo>
                  <a:lnTo>
                    <a:pt x="360680" y="456069"/>
                  </a:lnTo>
                  <a:lnTo>
                    <a:pt x="360680" y="360680"/>
                  </a:lnTo>
                  <a:lnTo>
                    <a:pt x="456069" y="360680"/>
                  </a:lnTo>
                  <a:lnTo>
                    <a:pt x="464845" y="358902"/>
                  </a:lnTo>
                  <a:lnTo>
                    <a:pt x="472008" y="354076"/>
                  </a:lnTo>
                  <a:lnTo>
                    <a:pt x="476846" y="346900"/>
                  </a:lnTo>
                  <a:lnTo>
                    <a:pt x="478612" y="338137"/>
                  </a:lnTo>
                  <a:close/>
                </a:path>
                <a:path w="676275" h="676275">
                  <a:moveTo>
                    <a:pt x="676275" y="338137"/>
                  </a:moveTo>
                  <a:lnTo>
                    <a:pt x="673176" y="292315"/>
                  </a:lnTo>
                  <a:lnTo>
                    <a:pt x="664171" y="248348"/>
                  </a:lnTo>
                  <a:lnTo>
                    <a:pt x="649655" y="206641"/>
                  </a:lnTo>
                  <a:lnTo>
                    <a:pt x="631190" y="169913"/>
                  </a:lnTo>
                  <a:lnTo>
                    <a:pt x="631190" y="338137"/>
                  </a:lnTo>
                  <a:lnTo>
                    <a:pt x="627341" y="385610"/>
                  </a:lnTo>
                  <a:lnTo>
                    <a:pt x="616216" y="430657"/>
                  </a:lnTo>
                  <a:lnTo>
                    <a:pt x="598424" y="472694"/>
                  </a:lnTo>
                  <a:lnTo>
                    <a:pt x="574573" y="511098"/>
                  </a:lnTo>
                  <a:lnTo>
                    <a:pt x="545261" y="545261"/>
                  </a:lnTo>
                  <a:lnTo>
                    <a:pt x="511098" y="574573"/>
                  </a:lnTo>
                  <a:lnTo>
                    <a:pt x="472694" y="598424"/>
                  </a:lnTo>
                  <a:lnTo>
                    <a:pt x="430669" y="616216"/>
                  </a:lnTo>
                  <a:lnTo>
                    <a:pt x="385610" y="627341"/>
                  </a:lnTo>
                  <a:lnTo>
                    <a:pt x="338137" y="631190"/>
                  </a:lnTo>
                  <a:lnTo>
                    <a:pt x="290664" y="627341"/>
                  </a:lnTo>
                  <a:lnTo>
                    <a:pt x="245605" y="616216"/>
                  </a:lnTo>
                  <a:lnTo>
                    <a:pt x="203568" y="598424"/>
                  </a:lnTo>
                  <a:lnTo>
                    <a:pt x="165176" y="574573"/>
                  </a:lnTo>
                  <a:lnTo>
                    <a:pt x="131013" y="545261"/>
                  </a:lnTo>
                  <a:lnTo>
                    <a:pt x="101701" y="511098"/>
                  </a:lnTo>
                  <a:lnTo>
                    <a:pt x="77838" y="472694"/>
                  </a:lnTo>
                  <a:lnTo>
                    <a:pt x="60045" y="430657"/>
                  </a:lnTo>
                  <a:lnTo>
                    <a:pt x="48920" y="385610"/>
                  </a:lnTo>
                  <a:lnTo>
                    <a:pt x="45085" y="338137"/>
                  </a:lnTo>
                  <a:lnTo>
                    <a:pt x="48920" y="290664"/>
                  </a:lnTo>
                  <a:lnTo>
                    <a:pt x="60045" y="245605"/>
                  </a:lnTo>
                  <a:lnTo>
                    <a:pt x="77838" y="203568"/>
                  </a:lnTo>
                  <a:lnTo>
                    <a:pt x="101701" y="165163"/>
                  </a:lnTo>
                  <a:lnTo>
                    <a:pt x="131013" y="131013"/>
                  </a:lnTo>
                  <a:lnTo>
                    <a:pt x="165176" y="101688"/>
                  </a:lnTo>
                  <a:lnTo>
                    <a:pt x="203568" y="77838"/>
                  </a:lnTo>
                  <a:lnTo>
                    <a:pt x="245605" y="60045"/>
                  </a:lnTo>
                  <a:lnTo>
                    <a:pt x="290664" y="48920"/>
                  </a:lnTo>
                  <a:lnTo>
                    <a:pt x="338137" y="45085"/>
                  </a:lnTo>
                  <a:lnTo>
                    <a:pt x="385610" y="48920"/>
                  </a:lnTo>
                  <a:lnTo>
                    <a:pt x="430669" y="60045"/>
                  </a:lnTo>
                  <a:lnTo>
                    <a:pt x="472694" y="77838"/>
                  </a:lnTo>
                  <a:lnTo>
                    <a:pt x="511098" y="101688"/>
                  </a:lnTo>
                  <a:lnTo>
                    <a:pt x="545261" y="131013"/>
                  </a:lnTo>
                  <a:lnTo>
                    <a:pt x="574573" y="165163"/>
                  </a:lnTo>
                  <a:lnTo>
                    <a:pt x="598424" y="203568"/>
                  </a:lnTo>
                  <a:lnTo>
                    <a:pt x="616216" y="245605"/>
                  </a:lnTo>
                  <a:lnTo>
                    <a:pt x="627341" y="290664"/>
                  </a:lnTo>
                  <a:lnTo>
                    <a:pt x="631190" y="338137"/>
                  </a:lnTo>
                  <a:lnTo>
                    <a:pt x="631190" y="169913"/>
                  </a:lnTo>
                  <a:lnTo>
                    <a:pt x="605726" y="131635"/>
                  </a:lnTo>
                  <a:lnTo>
                    <a:pt x="577126" y="99148"/>
                  </a:lnTo>
                  <a:lnTo>
                    <a:pt x="544626" y="70535"/>
                  </a:lnTo>
                  <a:lnTo>
                    <a:pt x="508660" y="46228"/>
                  </a:lnTo>
                  <a:lnTo>
                    <a:pt x="469620" y="26606"/>
                  </a:lnTo>
                  <a:lnTo>
                    <a:pt x="427926" y="12090"/>
                  </a:lnTo>
                  <a:lnTo>
                    <a:pt x="383959" y="3086"/>
                  </a:lnTo>
                  <a:lnTo>
                    <a:pt x="338137" y="0"/>
                  </a:lnTo>
                  <a:lnTo>
                    <a:pt x="292315" y="3086"/>
                  </a:lnTo>
                  <a:lnTo>
                    <a:pt x="248348" y="12090"/>
                  </a:lnTo>
                  <a:lnTo>
                    <a:pt x="206641" y="26606"/>
                  </a:lnTo>
                  <a:lnTo>
                    <a:pt x="167601" y="46228"/>
                  </a:lnTo>
                  <a:lnTo>
                    <a:pt x="131635" y="70535"/>
                  </a:lnTo>
                  <a:lnTo>
                    <a:pt x="99148" y="99148"/>
                  </a:lnTo>
                  <a:lnTo>
                    <a:pt x="70548" y="131635"/>
                  </a:lnTo>
                  <a:lnTo>
                    <a:pt x="46228" y="167601"/>
                  </a:lnTo>
                  <a:lnTo>
                    <a:pt x="26606" y="206641"/>
                  </a:lnTo>
                  <a:lnTo>
                    <a:pt x="12090" y="248348"/>
                  </a:lnTo>
                  <a:lnTo>
                    <a:pt x="3086" y="292315"/>
                  </a:lnTo>
                  <a:lnTo>
                    <a:pt x="0" y="338137"/>
                  </a:lnTo>
                  <a:lnTo>
                    <a:pt x="3086" y="383959"/>
                  </a:lnTo>
                  <a:lnTo>
                    <a:pt x="12090" y="427913"/>
                  </a:lnTo>
                  <a:lnTo>
                    <a:pt x="26606" y="469620"/>
                  </a:lnTo>
                  <a:lnTo>
                    <a:pt x="46228" y="508660"/>
                  </a:lnTo>
                  <a:lnTo>
                    <a:pt x="70548" y="544626"/>
                  </a:lnTo>
                  <a:lnTo>
                    <a:pt x="99148" y="577113"/>
                  </a:lnTo>
                  <a:lnTo>
                    <a:pt x="131635" y="605726"/>
                  </a:lnTo>
                  <a:lnTo>
                    <a:pt x="167601" y="630034"/>
                  </a:lnTo>
                  <a:lnTo>
                    <a:pt x="206641" y="649655"/>
                  </a:lnTo>
                  <a:lnTo>
                    <a:pt x="248348" y="664171"/>
                  </a:lnTo>
                  <a:lnTo>
                    <a:pt x="292315" y="673176"/>
                  </a:lnTo>
                  <a:lnTo>
                    <a:pt x="338137" y="676275"/>
                  </a:lnTo>
                  <a:lnTo>
                    <a:pt x="383959" y="673176"/>
                  </a:lnTo>
                  <a:lnTo>
                    <a:pt x="427926" y="664171"/>
                  </a:lnTo>
                  <a:lnTo>
                    <a:pt x="469620" y="649655"/>
                  </a:lnTo>
                  <a:lnTo>
                    <a:pt x="506387" y="631190"/>
                  </a:lnTo>
                  <a:lnTo>
                    <a:pt x="544626" y="605726"/>
                  </a:lnTo>
                  <a:lnTo>
                    <a:pt x="577126" y="577113"/>
                  </a:lnTo>
                  <a:lnTo>
                    <a:pt x="605726" y="544626"/>
                  </a:lnTo>
                  <a:lnTo>
                    <a:pt x="630034" y="508660"/>
                  </a:lnTo>
                  <a:lnTo>
                    <a:pt x="649655" y="469620"/>
                  </a:lnTo>
                  <a:lnTo>
                    <a:pt x="664171" y="427913"/>
                  </a:lnTo>
                  <a:lnTo>
                    <a:pt x="673176" y="383959"/>
                  </a:lnTo>
                  <a:lnTo>
                    <a:pt x="676275" y="338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7259300" y="6668510"/>
            <a:ext cx="1028700" cy="2320290"/>
          </a:xfrm>
          <a:custGeom>
            <a:avLst/>
            <a:gdLst/>
            <a:ahLst/>
            <a:cxnLst/>
            <a:rect l="l" t="t" r="r" b="b"/>
            <a:pathLst>
              <a:path w="1028700" h="2320290">
                <a:moveTo>
                  <a:pt x="1028700" y="2319969"/>
                </a:moveTo>
                <a:lnTo>
                  <a:pt x="978781" y="2312996"/>
                </a:lnTo>
                <a:lnTo>
                  <a:pt x="932830" y="2304552"/>
                </a:lnTo>
                <a:lnTo>
                  <a:pt x="887525" y="2294335"/>
                </a:lnTo>
                <a:lnTo>
                  <a:pt x="842904" y="2282382"/>
                </a:lnTo>
                <a:lnTo>
                  <a:pt x="799004" y="2268730"/>
                </a:lnTo>
                <a:lnTo>
                  <a:pt x="755864" y="2253418"/>
                </a:lnTo>
                <a:lnTo>
                  <a:pt x="713520" y="2236483"/>
                </a:lnTo>
                <a:lnTo>
                  <a:pt x="672010" y="2217962"/>
                </a:lnTo>
                <a:lnTo>
                  <a:pt x="631373" y="2197893"/>
                </a:lnTo>
                <a:lnTo>
                  <a:pt x="591644" y="2176313"/>
                </a:lnTo>
                <a:lnTo>
                  <a:pt x="552863" y="2153261"/>
                </a:lnTo>
                <a:lnTo>
                  <a:pt x="515066" y="2128773"/>
                </a:lnTo>
                <a:lnTo>
                  <a:pt x="478291" y="2102888"/>
                </a:lnTo>
                <a:lnTo>
                  <a:pt x="442576" y="2075642"/>
                </a:lnTo>
                <a:lnTo>
                  <a:pt x="407958" y="2047074"/>
                </a:lnTo>
                <a:lnTo>
                  <a:pt x="374475" y="2017221"/>
                </a:lnTo>
                <a:lnTo>
                  <a:pt x="342165" y="1986120"/>
                </a:lnTo>
                <a:lnTo>
                  <a:pt x="311064" y="1953809"/>
                </a:lnTo>
                <a:lnTo>
                  <a:pt x="281210" y="1920326"/>
                </a:lnTo>
                <a:lnTo>
                  <a:pt x="252642" y="1885708"/>
                </a:lnTo>
                <a:lnTo>
                  <a:pt x="225397" y="1849993"/>
                </a:lnTo>
                <a:lnTo>
                  <a:pt x="199511" y="1813218"/>
                </a:lnTo>
                <a:lnTo>
                  <a:pt x="175023" y="1775421"/>
                </a:lnTo>
                <a:lnTo>
                  <a:pt x="151971" y="1736640"/>
                </a:lnTo>
                <a:lnTo>
                  <a:pt x="130392" y="1696912"/>
                </a:lnTo>
                <a:lnTo>
                  <a:pt x="110323" y="1656274"/>
                </a:lnTo>
                <a:lnTo>
                  <a:pt x="91802" y="1614765"/>
                </a:lnTo>
                <a:lnTo>
                  <a:pt x="74866" y="1572421"/>
                </a:lnTo>
                <a:lnTo>
                  <a:pt x="59554" y="1529280"/>
                </a:lnTo>
                <a:lnTo>
                  <a:pt x="45903" y="1485381"/>
                </a:lnTo>
                <a:lnTo>
                  <a:pt x="33950" y="1440760"/>
                </a:lnTo>
                <a:lnTo>
                  <a:pt x="23732" y="1395455"/>
                </a:lnTo>
                <a:lnTo>
                  <a:pt x="15289" y="1349503"/>
                </a:lnTo>
                <a:lnTo>
                  <a:pt x="8656" y="1302943"/>
                </a:lnTo>
                <a:lnTo>
                  <a:pt x="3869" y="1255764"/>
                </a:lnTo>
                <a:lnTo>
                  <a:pt x="986" y="1208354"/>
                </a:lnTo>
                <a:lnTo>
                  <a:pt x="0" y="1159984"/>
                </a:lnTo>
                <a:lnTo>
                  <a:pt x="974" y="1111823"/>
                </a:lnTo>
                <a:lnTo>
                  <a:pt x="3872" y="1064158"/>
                </a:lnTo>
                <a:lnTo>
                  <a:pt x="8569" y="1017880"/>
                </a:lnTo>
                <a:lnTo>
                  <a:pt x="8656" y="1017026"/>
                </a:lnTo>
                <a:lnTo>
                  <a:pt x="15289" y="970466"/>
                </a:lnTo>
                <a:lnTo>
                  <a:pt x="23732" y="924514"/>
                </a:lnTo>
                <a:lnTo>
                  <a:pt x="33950" y="879209"/>
                </a:lnTo>
                <a:lnTo>
                  <a:pt x="45903" y="834588"/>
                </a:lnTo>
                <a:lnTo>
                  <a:pt x="59554" y="790689"/>
                </a:lnTo>
                <a:lnTo>
                  <a:pt x="74866" y="747548"/>
                </a:lnTo>
                <a:lnTo>
                  <a:pt x="91802" y="705204"/>
                </a:lnTo>
                <a:lnTo>
                  <a:pt x="110323" y="663695"/>
                </a:lnTo>
                <a:lnTo>
                  <a:pt x="130392" y="623057"/>
                </a:lnTo>
                <a:lnTo>
                  <a:pt x="151971" y="583329"/>
                </a:lnTo>
                <a:lnTo>
                  <a:pt x="175023" y="544547"/>
                </a:lnTo>
                <a:lnTo>
                  <a:pt x="199511" y="506751"/>
                </a:lnTo>
                <a:lnTo>
                  <a:pt x="225397" y="469976"/>
                </a:lnTo>
                <a:lnTo>
                  <a:pt x="252642" y="434261"/>
                </a:lnTo>
                <a:lnTo>
                  <a:pt x="281210" y="399643"/>
                </a:lnTo>
                <a:lnTo>
                  <a:pt x="311064" y="366160"/>
                </a:lnTo>
                <a:lnTo>
                  <a:pt x="342165" y="333849"/>
                </a:lnTo>
                <a:lnTo>
                  <a:pt x="374475" y="302748"/>
                </a:lnTo>
                <a:lnTo>
                  <a:pt x="407958" y="272895"/>
                </a:lnTo>
                <a:lnTo>
                  <a:pt x="442576" y="244327"/>
                </a:lnTo>
                <a:lnTo>
                  <a:pt x="478291" y="217081"/>
                </a:lnTo>
                <a:lnTo>
                  <a:pt x="515066" y="191196"/>
                </a:lnTo>
                <a:lnTo>
                  <a:pt x="552863" y="166708"/>
                </a:lnTo>
                <a:lnTo>
                  <a:pt x="591644" y="143656"/>
                </a:lnTo>
                <a:lnTo>
                  <a:pt x="631373" y="122076"/>
                </a:lnTo>
                <a:lnTo>
                  <a:pt x="672010" y="102007"/>
                </a:lnTo>
                <a:lnTo>
                  <a:pt x="713520" y="83486"/>
                </a:lnTo>
                <a:lnTo>
                  <a:pt x="755864" y="66551"/>
                </a:lnTo>
                <a:lnTo>
                  <a:pt x="799004" y="51239"/>
                </a:lnTo>
                <a:lnTo>
                  <a:pt x="842904" y="37587"/>
                </a:lnTo>
                <a:lnTo>
                  <a:pt x="887525" y="25634"/>
                </a:lnTo>
                <a:lnTo>
                  <a:pt x="932830" y="15417"/>
                </a:lnTo>
                <a:lnTo>
                  <a:pt x="978781" y="6973"/>
                </a:lnTo>
                <a:lnTo>
                  <a:pt x="1025342" y="340"/>
                </a:lnTo>
                <a:lnTo>
                  <a:pt x="1028700" y="0"/>
                </a:lnTo>
                <a:lnTo>
                  <a:pt x="1028700" y="526582"/>
                </a:lnTo>
                <a:lnTo>
                  <a:pt x="1026196" y="527047"/>
                </a:lnTo>
                <a:lnTo>
                  <a:pt x="981083" y="538882"/>
                </a:lnTo>
                <a:lnTo>
                  <a:pt x="937307" y="553817"/>
                </a:lnTo>
                <a:lnTo>
                  <a:pt x="894995" y="571726"/>
                </a:lnTo>
                <a:lnTo>
                  <a:pt x="854272" y="592483"/>
                </a:lnTo>
                <a:lnTo>
                  <a:pt x="815263" y="615961"/>
                </a:lnTo>
                <a:lnTo>
                  <a:pt x="778096" y="642036"/>
                </a:lnTo>
                <a:lnTo>
                  <a:pt x="742895" y="670581"/>
                </a:lnTo>
                <a:lnTo>
                  <a:pt x="709787" y="701471"/>
                </a:lnTo>
                <a:lnTo>
                  <a:pt x="678897" y="734579"/>
                </a:lnTo>
                <a:lnTo>
                  <a:pt x="650352" y="769780"/>
                </a:lnTo>
                <a:lnTo>
                  <a:pt x="624277" y="806948"/>
                </a:lnTo>
                <a:lnTo>
                  <a:pt x="600798" y="845956"/>
                </a:lnTo>
                <a:lnTo>
                  <a:pt x="580041" y="886679"/>
                </a:lnTo>
                <a:lnTo>
                  <a:pt x="562133" y="928992"/>
                </a:lnTo>
                <a:lnTo>
                  <a:pt x="547198" y="972768"/>
                </a:lnTo>
                <a:lnTo>
                  <a:pt x="535363" y="1017880"/>
                </a:lnTo>
                <a:lnTo>
                  <a:pt x="526762" y="1064158"/>
                </a:lnTo>
                <a:lnTo>
                  <a:pt x="521495" y="1111615"/>
                </a:lnTo>
                <a:lnTo>
                  <a:pt x="519714" y="1159984"/>
                </a:lnTo>
                <a:lnTo>
                  <a:pt x="521485" y="1208146"/>
                </a:lnTo>
                <a:lnTo>
                  <a:pt x="526742" y="1255764"/>
                </a:lnTo>
                <a:lnTo>
                  <a:pt x="535340" y="1302088"/>
                </a:lnTo>
                <a:lnTo>
                  <a:pt x="547160" y="1347201"/>
                </a:lnTo>
                <a:lnTo>
                  <a:pt x="562076" y="1390977"/>
                </a:lnTo>
                <a:lnTo>
                  <a:pt x="579965" y="1433290"/>
                </a:lnTo>
                <a:lnTo>
                  <a:pt x="600701" y="1474013"/>
                </a:lnTo>
                <a:lnTo>
                  <a:pt x="624158" y="1513021"/>
                </a:lnTo>
                <a:lnTo>
                  <a:pt x="650212" y="1550189"/>
                </a:lnTo>
                <a:lnTo>
                  <a:pt x="678738" y="1585390"/>
                </a:lnTo>
                <a:lnTo>
                  <a:pt x="709610" y="1618498"/>
                </a:lnTo>
                <a:lnTo>
                  <a:pt x="742704" y="1649388"/>
                </a:lnTo>
                <a:lnTo>
                  <a:pt x="777894" y="1677933"/>
                </a:lnTo>
                <a:lnTo>
                  <a:pt x="815055" y="1704008"/>
                </a:lnTo>
                <a:lnTo>
                  <a:pt x="854063" y="1727486"/>
                </a:lnTo>
                <a:lnTo>
                  <a:pt x="894791" y="1748243"/>
                </a:lnTo>
                <a:lnTo>
                  <a:pt x="937116" y="1766152"/>
                </a:lnTo>
                <a:lnTo>
                  <a:pt x="980911" y="1781087"/>
                </a:lnTo>
                <a:lnTo>
                  <a:pt x="1026052" y="1792922"/>
                </a:lnTo>
                <a:lnTo>
                  <a:pt x="1028700" y="1793413"/>
                </a:lnTo>
                <a:lnTo>
                  <a:pt x="1028700" y="2319969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322238" y="1525978"/>
            <a:ext cx="983615" cy="498475"/>
          </a:xfrm>
          <a:custGeom>
            <a:avLst/>
            <a:gdLst/>
            <a:ahLst/>
            <a:cxnLst/>
            <a:rect l="l" t="t" r="r" b="b"/>
            <a:pathLst>
              <a:path w="983615" h="498475">
                <a:moveTo>
                  <a:pt x="734470" y="498441"/>
                </a:moveTo>
                <a:lnTo>
                  <a:pt x="690548" y="494607"/>
                </a:lnTo>
                <a:lnTo>
                  <a:pt x="647990" y="483092"/>
                </a:lnTo>
                <a:lnTo>
                  <a:pt x="608126" y="464259"/>
                </a:lnTo>
                <a:lnTo>
                  <a:pt x="572205" y="438696"/>
                </a:lnTo>
                <a:lnTo>
                  <a:pt x="541350" y="407204"/>
                </a:lnTo>
                <a:lnTo>
                  <a:pt x="516527" y="370767"/>
                </a:lnTo>
                <a:lnTo>
                  <a:pt x="509480" y="357289"/>
                </a:lnTo>
                <a:lnTo>
                  <a:pt x="506770" y="354339"/>
                </a:lnTo>
                <a:lnTo>
                  <a:pt x="499679" y="349975"/>
                </a:lnTo>
                <a:lnTo>
                  <a:pt x="495824" y="348884"/>
                </a:lnTo>
                <a:lnTo>
                  <a:pt x="487498" y="348884"/>
                </a:lnTo>
                <a:lnTo>
                  <a:pt x="483644" y="349975"/>
                </a:lnTo>
                <a:lnTo>
                  <a:pt x="476552" y="354339"/>
                </a:lnTo>
                <a:lnTo>
                  <a:pt x="473842" y="357289"/>
                </a:lnTo>
                <a:lnTo>
                  <a:pt x="468762" y="367174"/>
                </a:lnTo>
                <a:lnTo>
                  <a:pt x="465390" y="373246"/>
                </a:lnTo>
                <a:lnTo>
                  <a:pt x="441723" y="407507"/>
                </a:lnTo>
                <a:lnTo>
                  <a:pt x="412681" y="437349"/>
                </a:lnTo>
                <a:lnTo>
                  <a:pt x="379076" y="461939"/>
                </a:lnTo>
                <a:lnTo>
                  <a:pt x="341846" y="480591"/>
                </a:lnTo>
                <a:lnTo>
                  <a:pt x="302030" y="492783"/>
                </a:lnTo>
                <a:lnTo>
                  <a:pt x="260740" y="498176"/>
                </a:lnTo>
                <a:lnTo>
                  <a:pt x="246847" y="498431"/>
                </a:lnTo>
                <a:lnTo>
                  <a:pt x="239898" y="498268"/>
                </a:lnTo>
                <a:lnTo>
                  <a:pt x="198568" y="493241"/>
                </a:lnTo>
                <a:lnTo>
                  <a:pt x="158640" y="481399"/>
                </a:lnTo>
                <a:lnTo>
                  <a:pt x="121252" y="463079"/>
                </a:lnTo>
                <a:lnTo>
                  <a:pt x="87426" y="438783"/>
                </a:lnTo>
                <a:lnTo>
                  <a:pt x="58126" y="409203"/>
                </a:lnTo>
                <a:lnTo>
                  <a:pt x="34154" y="375148"/>
                </a:lnTo>
                <a:lnTo>
                  <a:pt x="16191" y="337586"/>
                </a:lnTo>
                <a:lnTo>
                  <a:pt x="4730" y="297548"/>
                </a:lnTo>
                <a:lnTo>
                  <a:pt x="96" y="256171"/>
                </a:lnTo>
                <a:lnTo>
                  <a:pt x="0" y="249221"/>
                </a:lnTo>
                <a:lnTo>
                  <a:pt x="96" y="242271"/>
                </a:lnTo>
                <a:lnTo>
                  <a:pt x="4730" y="200894"/>
                </a:lnTo>
                <a:lnTo>
                  <a:pt x="16191" y="160856"/>
                </a:lnTo>
                <a:lnTo>
                  <a:pt x="34154" y="123294"/>
                </a:lnTo>
                <a:lnTo>
                  <a:pt x="58126" y="89239"/>
                </a:lnTo>
                <a:lnTo>
                  <a:pt x="87426" y="59659"/>
                </a:lnTo>
                <a:lnTo>
                  <a:pt x="121252" y="35363"/>
                </a:lnTo>
                <a:lnTo>
                  <a:pt x="158640" y="17043"/>
                </a:lnTo>
                <a:lnTo>
                  <a:pt x="198567" y="5201"/>
                </a:lnTo>
                <a:lnTo>
                  <a:pt x="239898" y="174"/>
                </a:lnTo>
                <a:lnTo>
                  <a:pt x="246847" y="11"/>
                </a:lnTo>
                <a:lnTo>
                  <a:pt x="253798" y="41"/>
                </a:lnTo>
                <a:lnTo>
                  <a:pt x="295217" y="4281"/>
                </a:lnTo>
                <a:lnTo>
                  <a:pt x="335363" y="15360"/>
                </a:lnTo>
                <a:lnTo>
                  <a:pt x="373093" y="32964"/>
                </a:lnTo>
                <a:lnTo>
                  <a:pt x="407375" y="56611"/>
                </a:lnTo>
                <a:lnTo>
                  <a:pt x="437234" y="85628"/>
                </a:lnTo>
                <a:lnTo>
                  <a:pt x="461850" y="119220"/>
                </a:lnTo>
                <a:lnTo>
                  <a:pt x="473842" y="141153"/>
                </a:lnTo>
                <a:lnTo>
                  <a:pt x="476552" y="144102"/>
                </a:lnTo>
                <a:lnTo>
                  <a:pt x="483643" y="148467"/>
                </a:lnTo>
                <a:lnTo>
                  <a:pt x="487498" y="149558"/>
                </a:lnTo>
                <a:lnTo>
                  <a:pt x="495824" y="149558"/>
                </a:lnTo>
                <a:lnTo>
                  <a:pt x="499679" y="148467"/>
                </a:lnTo>
                <a:lnTo>
                  <a:pt x="506770" y="144102"/>
                </a:lnTo>
                <a:lnTo>
                  <a:pt x="509480" y="141153"/>
                </a:lnTo>
                <a:lnTo>
                  <a:pt x="515337" y="129830"/>
                </a:lnTo>
                <a:lnTo>
                  <a:pt x="519572" y="122374"/>
                </a:lnTo>
                <a:lnTo>
                  <a:pt x="544463" y="87504"/>
                </a:lnTo>
                <a:lnTo>
                  <a:pt x="574967" y="57406"/>
                </a:lnTo>
                <a:lnTo>
                  <a:pt x="610177" y="32980"/>
                </a:lnTo>
                <a:lnTo>
                  <a:pt x="649043" y="14953"/>
                </a:lnTo>
                <a:lnTo>
                  <a:pt x="690422" y="3850"/>
                </a:lnTo>
                <a:lnTo>
                  <a:pt x="733101" y="0"/>
                </a:lnTo>
                <a:lnTo>
                  <a:pt x="744146" y="199"/>
                </a:lnTo>
                <a:lnTo>
                  <a:pt x="787869" y="5866"/>
                </a:lnTo>
                <a:lnTo>
                  <a:pt x="829909" y="19148"/>
                </a:lnTo>
                <a:lnTo>
                  <a:pt x="868951" y="39631"/>
                </a:lnTo>
                <a:lnTo>
                  <a:pt x="903773" y="66673"/>
                </a:lnTo>
                <a:lnTo>
                  <a:pt x="933284" y="99427"/>
                </a:lnTo>
                <a:lnTo>
                  <a:pt x="956563" y="136869"/>
                </a:lnTo>
                <a:lnTo>
                  <a:pt x="972879" y="177828"/>
                </a:lnTo>
                <a:lnTo>
                  <a:pt x="981722" y="221020"/>
                </a:lnTo>
                <a:lnTo>
                  <a:pt x="983275" y="254058"/>
                </a:lnTo>
                <a:lnTo>
                  <a:pt x="982817" y="265095"/>
                </a:lnTo>
                <a:lnTo>
                  <a:pt x="976127" y="308673"/>
                </a:lnTo>
                <a:lnTo>
                  <a:pt x="961864" y="350391"/>
                </a:lnTo>
                <a:lnTo>
                  <a:pt x="940472" y="388942"/>
                </a:lnTo>
                <a:lnTo>
                  <a:pt x="912622" y="423121"/>
                </a:lnTo>
                <a:lnTo>
                  <a:pt x="879185" y="451857"/>
                </a:lnTo>
                <a:lnTo>
                  <a:pt x="841208" y="474252"/>
                </a:lnTo>
                <a:lnTo>
                  <a:pt x="799879" y="489604"/>
                </a:lnTo>
                <a:lnTo>
                  <a:pt x="756491" y="497434"/>
                </a:lnTo>
                <a:lnTo>
                  <a:pt x="745492" y="498182"/>
                </a:lnTo>
                <a:lnTo>
                  <a:pt x="734470" y="498441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11720" y="9258300"/>
            <a:ext cx="814705" cy="814705"/>
          </a:xfrm>
          <a:custGeom>
            <a:avLst/>
            <a:gdLst/>
            <a:ahLst/>
            <a:cxnLst/>
            <a:rect l="l" t="t" r="r" b="b"/>
            <a:pathLst>
              <a:path w="814704" h="814704">
                <a:moveTo>
                  <a:pt x="814387" y="407123"/>
                </a:moveTo>
                <a:lnTo>
                  <a:pt x="807948" y="375145"/>
                </a:lnTo>
                <a:lnTo>
                  <a:pt x="790371" y="349059"/>
                </a:lnTo>
                <a:lnTo>
                  <a:pt x="764286" y="331482"/>
                </a:lnTo>
                <a:lnTo>
                  <a:pt x="732320" y="325043"/>
                </a:lnTo>
                <a:lnTo>
                  <a:pt x="605205" y="325043"/>
                </a:lnTo>
                <a:lnTo>
                  <a:pt x="694956" y="235267"/>
                </a:lnTo>
                <a:lnTo>
                  <a:pt x="713028" y="208178"/>
                </a:lnTo>
                <a:lnTo>
                  <a:pt x="719048" y="177330"/>
                </a:lnTo>
                <a:lnTo>
                  <a:pt x="713028" y="146456"/>
                </a:lnTo>
                <a:lnTo>
                  <a:pt x="694956" y="119278"/>
                </a:lnTo>
                <a:lnTo>
                  <a:pt x="667880" y="101206"/>
                </a:lnTo>
                <a:lnTo>
                  <a:pt x="637032" y="95186"/>
                </a:lnTo>
                <a:lnTo>
                  <a:pt x="606145" y="101206"/>
                </a:lnTo>
                <a:lnTo>
                  <a:pt x="578967" y="119278"/>
                </a:lnTo>
                <a:lnTo>
                  <a:pt x="489191" y="209092"/>
                </a:lnTo>
                <a:lnTo>
                  <a:pt x="489191" y="82080"/>
                </a:lnTo>
                <a:lnTo>
                  <a:pt x="482752" y="50114"/>
                </a:lnTo>
                <a:lnTo>
                  <a:pt x="465175" y="24028"/>
                </a:lnTo>
                <a:lnTo>
                  <a:pt x="439089" y="6451"/>
                </a:lnTo>
                <a:lnTo>
                  <a:pt x="407111" y="0"/>
                </a:lnTo>
                <a:lnTo>
                  <a:pt x="375145" y="6451"/>
                </a:lnTo>
                <a:lnTo>
                  <a:pt x="349059" y="24028"/>
                </a:lnTo>
                <a:lnTo>
                  <a:pt x="331482" y="50114"/>
                </a:lnTo>
                <a:lnTo>
                  <a:pt x="325043" y="82080"/>
                </a:lnTo>
                <a:lnTo>
                  <a:pt x="325043" y="209092"/>
                </a:lnTo>
                <a:lnTo>
                  <a:pt x="235267" y="119278"/>
                </a:lnTo>
                <a:lnTo>
                  <a:pt x="208178" y="101206"/>
                </a:lnTo>
                <a:lnTo>
                  <a:pt x="177330" y="95186"/>
                </a:lnTo>
                <a:lnTo>
                  <a:pt x="146443" y="101206"/>
                </a:lnTo>
                <a:lnTo>
                  <a:pt x="119265" y="119278"/>
                </a:lnTo>
                <a:lnTo>
                  <a:pt x="101206" y="146456"/>
                </a:lnTo>
                <a:lnTo>
                  <a:pt x="95186" y="177330"/>
                </a:lnTo>
                <a:lnTo>
                  <a:pt x="101206" y="208178"/>
                </a:lnTo>
                <a:lnTo>
                  <a:pt x="119265" y="235267"/>
                </a:lnTo>
                <a:lnTo>
                  <a:pt x="209003" y="325043"/>
                </a:lnTo>
                <a:lnTo>
                  <a:pt x="82080" y="325043"/>
                </a:lnTo>
                <a:lnTo>
                  <a:pt x="50114" y="331482"/>
                </a:lnTo>
                <a:lnTo>
                  <a:pt x="24028" y="349059"/>
                </a:lnTo>
                <a:lnTo>
                  <a:pt x="6451" y="375145"/>
                </a:lnTo>
                <a:lnTo>
                  <a:pt x="0" y="407123"/>
                </a:lnTo>
                <a:lnTo>
                  <a:pt x="6451" y="439089"/>
                </a:lnTo>
                <a:lnTo>
                  <a:pt x="24028" y="465175"/>
                </a:lnTo>
                <a:lnTo>
                  <a:pt x="50114" y="482752"/>
                </a:lnTo>
                <a:lnTo>
                  <a:pt x="82080" y="489191"/>
                </a:lnTo>
                <a:lnTo>
                  <a:pt x="209169" y="489191"/>
                </a:lnTo>
                <a:lnTo>
                  <a:pt x="119265" y="579132"/>
                </a:lnTo>
                <a:lnTo>
                  <a:pt x="101206" y="606221"/>
                </a:lnTo>
                <a:lnTo>
                  <a:pt x="95186" y="637070"/>
                </a:lnTo>
                <a:lnTo>
                  <a:pt x="101206" y="667943"/>
                </a:lnTo>
                <a:lnTo>
                  <a:pt x="119265" y="695121"/>
                </a:lnTo>
                <a:lnTo>
                  <a:pt x="146354" y="713092"/>
                </a:lnTo>
                <a:lnTo>
                  <a:pt x="177203" y="719086"/>
                </a:lnTo>
                <a:lnTo>
                  <a:pt x="208089" y="713092"/>
                </a:lnTo>
                <a:lnTo>
                  <a:pt x="235267" y="695121"/>
                </a:lnTo>
                <a:lnTo>
                  <a:pt x="325043" y="605320"/>
                </a:lnTo>
                <a:lnTo>
                  <a:pt x="325043" y="732320"/>
                </a:lnTo>
                <a:lnTo>
                  <a:pt x="331482" y="764286"/>
                </a:lnTo>
                <a:lnTo>
                  <a:pt x="349059" y="790371"/>
                </a:lnTo>
                <a:lnTo>
                  <a:pt x="375145" y="807948"/>
                </a:lnTo>
                <a:lnTo>
                  <a:pt x="407111" y="814387"/>
                </a:lnTo>
                <a:lnTo>
                  <a:pt x="439089" y="807923"/>
                </a:lnTo>
                <a:lnTo>
                  <a:pt x="465175" y="790308"/>
                </a:lnTo>
                <a:lnTo>
                  <a:pt x="482752" y="764222"/>
                </a:lnTo>
                <a:lnTo>
                  <a:pt x="489191" y="732320"/>
                </a:lnTo>
                <a:lnTo>
                  <a:pt x="489191" y="605320"/>
                </a:lnTo>
                <a:lnTo>
                  <a:pt x="578967" y="695121"/>
                </a:lnTo>
                <a:lnTo>
                  <a:pt x="606056" y="713193"/>
                </a:lnTo>
                <a:lnTo>
                  <a:pt x="636905" y="719213"/>
                </a:lnTo>
                <a:lnTo>
                  <a:pt x="667778" y="713193"/>
                </a:lnTo>
                <a:lnTo>
                  <a:pt x="694956" y="695121"/>
                </a:lnTo>
                <a:lnTo>
                  <a:pt x="713028" y="668045"/>
                </a:lnTo>
                <a:lnTo>
                  <a:pt x="719048" y="637197"/>
                </a:lnTo>
                <a:lnTo>
                  <a:pt x="713028" y="606310"/>
                </a:lnTo>
                <a:lnTo>
                  <a:pt x="694956" y="579132"/>
                </a:lnTo>
                <a:lnTo>
                  <a:pt x="605040" y="489191"/>
                </a:lnTo>
                <a:lnTo>
                  <a:pt x="732320" y="489191"/>
                </a:lnTo>
                <a:lnTo>
                  <a:pt x="764286" y="482752"/>
                </a:lnTo>
                <a:lnTo>
                  <a:pt x="790371" y="465175"/>
                </a:lnTo>
                <a:lnTo>
                  <a:pt x="807948" y="439089"/>
                </a:lnTo>
                <a:lnTo>
                  <a:pt x="814387" y="407123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938107" y="7201975"/>
            <a:ext cx="3998595" cy="1221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420"/>
              </a:spcBef>
            </a:pPr>
            <a:r>
              <a:rPr dirty="0" sz="2400" spc="95" b="1">
                <a:latin typeface="Tahoma"/>
                <a:cs typeface="Tahoma"/>
              </a:rPr>
              <a:t>KOLOM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ts val="3150"/>
              </a:lnSpc>
              <a:spcBef>
                <a:spcPts val="15"/>
              </a:spcBef>
            </a:pPr>
            <a:r>
              <a:rPr dirty="0" sz="2300" spc="-50">
                <a:latin typeface="Verdana"/>
                <a:cs typeface="Verdana"/>
              </a:rPr>
              <a:t>terdapat</a:t>
            </a:r>
            <a:r>
              <a:rPr dirty="0" sz="2300" spc="-145">
                <a:latin typeface="Verdana"/>
                <a:cs typeface="Verdana"/>
              </a:rPr>
              <a:t> </a:t>
            </a:r>
            <a:r>
              <a:rPr dirty="0" sz="2300" spc="-80">
                <a:latin typeface="Verdana"/>
                <a:cs typeface="Verdana"/>
              </a:rPr>
              <a:t>9</a:t>
            </a:r>
            <a:r>
              <a:rPr dirty="0" sz="2300" spc="-145">
                <a:latin typeface="Verdana"/>
                <a:cs typeface="Verdana"/>
              </a:rPr>
              <a:t> </a:t>
            </a:r>
            <a:r>
              <a:rPr dirty="0" sz="2300" spc="-220">
                <a:latin typeface="Verdana"/>
                <a:cs typeface="Verdana"/>
              </a:rPr>
              <a:t>koLom</a:t>
            </a:r>
            <a:r>
              <a:rPr dirty="0" sz="2300" spc="-150">
                <a:latin typeface="Verdana"/>
                <a:cs typeface="Verdana"/>
              </a:rPr>
              <a:t> </a:t>
            </a:r>
            <a:r>
              <a:rPr dirty="0" sz="2300" spc="-125">
                <a:latin typeface="Verdana"/>
                <a:cs typeface="Verdana"/>
              </a:rPr>
              <a:t>untuk</a:t>
            </a:r>
            <a:r>
              <a:rPr dirty="0" sz="2300" spc="-145">
                <a:latin typeface="Verdana"/>
                <a:cs typeface="Verdana"/>
              </a:rPr>
              <a:t> </a:t>
            </a:r>
            <a:r>
              <a:rPr dirty="0" sz="2300" spc="-20">
                <a:latin typeface="Verdana"/>
                <a:cs typeface="Verdana"/>
              </a:rPr>
              <a:t>data </a:t>
            </a:r>
            <a:r>
              <a:rPr dirty="0" sz="2300" spc="-155">
                <a:latin typeface="Verdana"/>
                <a:cs typeface="Verdana"/>
              </a:rPr>
              <a:t>penjuaLan</a:t>
            </a:r>
            <a:r>
              <a:rPr dirty="0" sz="2300" spc="-145">
                <a:latin typeface="Verdana"/>
                <a:cs typeface="Verdana"/>
              </a:rPr>
              <a:t> </a:t>
            </a:r>
            <a:r>
              <a:rPr dirty="0" sz="2300" spc="-75">
                <a:latin typeface="Verdana"/>
                <a:cs typeface="Verdana"/>
              </a:rPr>
              <a:t>per</a:t>
            </a:r>
            <a:r>
              <a:rPr dirty="0" sz="2300" spc="-140">
                <a:latin typeface="Verdana"/>
                <a:cs typeface="Verdana"/>
              </a:rPr>
              <a:t> </a:t>
            </a:r>
            <a:r>
              <a:rPr dirty="0" sz="2300" spc="-735">
                <a:latin typeface="Verdana"/>
                <a:cs typeface="Verdana"/>
              </a:rPr>
              <a:t>1</a:t>
            </a:r>
            <a:r>
              <a:rPr dirty="0" sz="2300" spc="-140">
                <a:latin typeface="Verdana"/>
                <a:cs typeface="Verdana"/>
              </a:rPr>
              <a:t> </a:t>
            </a:r>
            <a:r>
              <a:rPr dirty="0" sz="2300" spc="-20">
                <a:latin typeface="Verdana"/>
                <a:cs typeface="Verdana"/>
              </a:rPr>
              <a:t>hari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65759" y="7201975"/>
            <a:ext cx="4643755" cy="1221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 spc="45" b="1">
                <a:latin typeface="Tahoma"/>
                <a:cs typeface="Tahoma"/>
              </a:rPr>
              <a:t>MENU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ts val="3150"/>
              </a:lnSpc>
              <a:spcBef>
                <a:spcPts val="15"/>
              </a:spcBef>
            </a:pPr>
            <a:r>
              <a:rPr dirty="0" sz="2300" spc="-50">
                <a:latin typeface="Verdana"/>
                <a:cs typeface="Verdana"/>
              </a:rPr>
              <a:t>terdapat</a:t>
            </a:r>
            <a:r>
              <a:rPr dirty="0" sz="2300" spc="-145">
                <a:latin typeface="Verdana"/>
                <a:cs typeface="Verdana"/>
              </a:rPr>
              <a:t> </a:t>
            </a:r>
            <a:r>
              <a:rPr dirty="0" sz="2300" spc="-204">
                <a:latin typeface="Verdana"/>
                <a:cs typeface="Verdana"/>
              </a:rPr>
              <a:t>Lebih</a:t>
            </a:r>
            <a:r>
              <a:rPr dirty="0" sz="2300" spc="-140">
                <a:latin typeface="Verdana"/>
                <a:cs typeface="Verdana"/>
              </a:rPr>
              <a:t> </a:t>
            </a:r>
            <a:r>
              <a:rPr dirty="0" sz="2300" spc="-80">
                <a:latin typeface="Verdana"/>
                <a:cs typeface="Verdana"/>
              </a:rPr>
              <a:t>dari</a:t>
            </a:r>
            <a:r>
              <a:rPr dirty="0" sz="2300" spc="-140">
                <a:latin typeface="Verdana"/>
                <a:cs typeface="Verdana"/>
              </a:rPr>
              <a:t> </a:t>
            </a:r>
            <a:r>
              <a:rPr dirty="0" sz="2300" spc="-254">
                <a:latin typeface="Verdana"/>
                <a:cs typeface="Verdana"/>
              </a:rPr>
              <a:t>10</a:t>
            </a:r>
            <a:r>
              <a:rPr dirty="0" sz="2300" spc="-140">
                <a:latin typeface="Verdana"/>
                <a:cs typeface="Verdana"/>
              </a:rPr>
              <a:t> </a:t>
            </a:r>
            <a:r>
              <a:rPr dirty="0" sz="2300" spc="-105">
                <a:latin typeface="Verdana"/>
                <a:cs typeface="Verdana"/>
              </a:rPr>
              <a:t>menu</a:t>
            </a:r>
            <a:r>
              <a:rPr dirty="0" sz="2300" spc="-140">
                <a:latin typeface="Verdana"/>
                <a:cs typeface="Verdana"/>
              </a:rPr>
              <a:t> </a:t>
            </a:r>
            <a:r>
              <a:rPr dirty="0" sz="2300" spc="-20">
                <a:latin typeface="Verdana"/>
                <a:cs typeface="Verdana"/>
              </a:rPr>
              <a:t>pada </a:t>
            </a:r>
            <a:r>
              <a:rPr dirty="0" sz="2300">
                <a:latin typeface="Verdana"/>
                <a:cs typeface="Verdana"/>
              </a:rPr>
              <a:t>cafe</a:t>
            </a:r>
            <a:r>
              <a:rPr dirty="0" sz="2300" spc="-190">
                <a:latin typeface="Verdana"/>
                <a:cs typeface="Verdana"/>
              </a:rPr>
              <a:t> </a:t>
            </a:r>
            <a:r>
              <a:rPr dirty="0" sz="2300" spc="-10">
                <a:latin typeface="Verdana"/>
                <a:cs typeface="Verdana"/>
              </a:rPr>
              <a:t>sanama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3805" y="3073077"/>
            <a:ext cx="6470015" cy="4596765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12700" marR="5080">
              <a:lnSpc>
                <a:spcPts val="6750"/>
              </a:lnSpc>
              <a:spcBef>
                <a:spcPts val="1500"/>
              </a:spcBef>
            </a:pPr>
            <a:r>
              <a:rPr dirty="0" sz="6800" spc="-20">
                <a:latin typeface="Verdana"/>
                <a:cs typeface="Verdana"/>
              </a:rPr>
              <a:t>Data</a:t>
            </a:r>
            <a:r>
              <a:rPr dirty="0" sz="6800" spc="-975">
                <a:latin typeface="Verdana"/>
                <a:cs typeface="Verdana"/>
              </a:rPr>
              <a:t> </a:t>
            </a:r>
            <a:r>
              <a:rPr dirty="0" sz="6800" spc="-40">
                <a:latin typeface="Verdana"/>
                <a:cs typeface="Verdana"/>
              </a:rPr>
              <a:t>penjualan </a:t>
            </a:r>
            <a:r>
              <a:rPr dirty="0" sz="6800" spc="90">
                <a:latin typeface="Verdana"/>
                <a:cs typeface="Verdana"/>
              </a:rPr>
              <a:t>per</a:t>
            </a:r>
            <a:r>
              <a:rPr dirty="0" sz="6800" spc="-1000">
                <a:latin typeface="Verdana"/>
                <a:cs typeface="Verdana"/>
              </a:rPr>
              <a:t> </a:t>
            </a:r>
            <a:r>
              <a:rPr dirty="0" sz="6800" spc="-1605">
                <a:latin typeface="Verdana"/>
                <a:cs typeface="Verdana"/>
              </a:rPr>
              <a:t>1</a:t>
            </a:r>
            <a:r>
              <a:rPr dirty="0" sz="6800" spc="-1000">
                <a:latin typeface="Verdana"/>
                <a:cs typeface="Verdana"/>
              </a:rPr>
              <a:t> </a:t>
            </a:r>
            <a:r>
              <a:rPr dirty="0" sz="6800" spc="50">
                <a:latin typeface="Verdana"/>
                <a:cs typeface="Verdana"/>
              </a:rPr>
              <a:t>bulan</a:t>
            </a:r>
            <a:endParaRPr sz="6800">
              <a:latin typeface="Verdana"/>
              <a:cs typeface="Verdana"/>
            </a:endParaRPr>
          </a:p>
          <a:p>
            <a:pPr marL="19685" marR="965835">
              <a:lnSpc>
                <a:spcPct val="114599"/>
              </a:lnSpc>
              <a:spcBef>
                <a:spcPts val="1290"/>
              </a:spcBef>
            </a:pPr>
            <a:r>
              <a:rPr dirty="0" sz="2400" spc="-75">
                <a:latin typeface="Verdana"/>
                <a:cs typeface="Verdana"/>
              </a:rPr>
              <a:t>Sama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195">
                <a:latin typeface="Verdana"/>
                <a:cs typeface="Verdana"/>
              </a:rPr>
              <a:t>haLnya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dengan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data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penjuaLan </a:t>
            </a:r>
            <a:r>
              <a:rPr dirty="0" sz="2400" spc="-70">
                <a:latin typeface="Verdana"/>
                <a:cs typeface="Verdana"/>
              </a:rPr>
              <a:t>per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765">
                <a:latin typeface="Verdana"/>
                <a:cs typeface="Verdana"/>
              </a:rPr>
              <a:t>1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165">
                <a:latin typeface="Verdana"/>
                <a:cs typeface="Verdana"/>
              </a:rPr>
              <a:t>hari,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pada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data</a:t>
            </a:r>
            <a:r>
              <a:rPr dirty="0" sz="2400" spc="-155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per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765">
                <a:latin typeface="Verdana"/>
                <a:cs typeface="Verdana"/>
              </a:rPr>
              <a:t>1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204">
                <a:latin typeface="Verdana"/>
                <a:cs typeface="Verdana"/>
              </a:rPr>
              <a:t>buLan</a:t>
            </a:r>
            <a:r>
              <a:rPr dirty="0" sz="2400" spc="-160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ini </a:t>
            </a:r>
            <a:r>
              <a:rPr dirty="0" sz="2400" spc="-120">
                <a:latin typeface="Verdana"/>
                <a:cs typeface="Verdana"/>
              </a:rPr>
              <a:t>menjadikan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data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per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765">
                <a:latin typeface="Verdana"/>
                <a:cs typeface="Verdana"/>
              </a:rPr>
              <a:t>1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100">
                <a:latin typeface="Verdana"/>
                <a:cs typeface="Verdana"/>
              </a:rPr>
              <a:t>hari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114">
                <a:latin typeface="Verdana"/>
                <a:cs typeface="Verdana"/>
              </a:rPr>
              <a:t>menjadi</a:t>
            </a:r>
            <a:r>
              <a:rPr dirty="0" sz="2400" spc="-165">
                <a:latin typeface="Verdana"/>
                <a:cs typeface="Verdana"/>
              </a:rPr>
              <a:t> </a:t>
            </a:r>
            <a:r>
              <a:rPr dirty="0" sz="2400" spc="-815">
                <a:latin typeface="Verdana"/>
                <a:cs typeface="Verdana"/>
              </a:rPr>
              <a:t>1</a:t>
            </a:r>
            <a:r>
              <a:rPr dirty="0" sz="2400" spc="-204">
                <a:latin typeface="Verdana"/>
                <a:cs typeface="Verdana"/>
              </a:rPr>
              <a:t> buLan</a:t>
            </a:r>
            <a:r>
              <a:rPr dirty="0" sz="2400" spc="-130">
                <a:latin typeface="Verdana"/>
                <a:cs typeface="Verdana"/>
              </a:rPr>
              <a:t> </a:t>
            </a:r>
            <a:r>
              <a:rPr dirty="0" sz="2400" spc="-135">
                <a:latin typeface="Verdana"/>
                <a:cs typeface="Verdana"/>
              </a:rPr>
              <a:t>untuk</a:t>
            </a:r>
            <a:r>
              <a:rPr dirty="0" sz="2400" spc="-130">
                <a:latin typeface="Verdana"/>
                <a:cs typeface="Verdana"/>
              </a:rPr>
              <a:t> </a:t>
            </a:r>
            <a:r>
              <a:rPr dirty="0" sz="2400" spc="-114">
                <a:latin typeface="Verdana"/>
                <a:cs typeface="Verdana"/>
              </a:rPr>
              <a:t>menemukan</a:t>
            </a:r>
            <a:r>
              <a:rPr dirty="0" sz="2400" spc="-13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hasiL </a:t>
            </a:r>
            <a:r>
              <a:rPr dirty="0" sz="2400" spc="-140">
                <a:latin typeface="Verdana"/>
                <a:cs typeface="Verdana"/>
              </a:rPr>
              <a:t>koLaborasi</a:t>
            </a:r>
            <a:r>
              <a:rPr dirty="0" sz="2400" spc="-13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serta</a:t>
            </a:r>
            <a:r>
              <a:rPr dirty="0" sz="2400" spc="-140">
                <a:latin typeface="Verdana"/>
                <a:cs typeface="Verdana"/>
              </a:rPr>
              <a:t> </a:t>
            </a:r>
            <a:r>
              <a:rPr dirty="0" sz="2400" spc="-105">
                <a:latin typeface="Verdana"/>
                <a:cs typeface="Verdana"/>
              </a:rPr>
              <a:t>menghitung</a:t>
            </a:r>
            <a:r>
              <a:rPr dirty="0" sz="2400" spc="-13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totaL </a:t>
            </a:r>
            <a:r>
              <a:rPr dirty="0" sz="2400" spc="-50">
                <a:latin typeface="Verdana"/>
                <a:cs typeface="Verdana"/>
              </a:rPr>
              <a:t>pendapatan</a:t>
            </a:r>
            <a:r>
              <a:rPr dirty="0" sz="2400" spc="-14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pada</a:t>
            </a:r>
            <a:r>
              <a:rPr dirty="0" sz="2400" spc="-145">
                <a:latin typeface="Verdana"/>
                <a:cs typeface="Verdana"/>
              </a:rPr>
              <a:t> </a:t>
            </a:r>
            <a:r>
              <a:rPr dirty="0" sz="2400" spc="-140">
                <a:latin typeface="Verdana"/>
                <a:cs typeface="Verdana"/>
              </a:rPr>
              <a:t>koLaborasi</a:t>
            </a:r>
            <a:r>
              <a:rPr dirty="0" sz="2400" spc="-14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tersebut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33698" y="7927263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433857" y="289293"/>
                </a:moveTo>
                <a:lnTo>
                  <a:pt x="311772" y="157149"/>
                </a:lnTo>
                <a:lnTo>
                  <a:pt x="294728" y="150088"/>
                </a:lnTo>
                <a:lnTo>
                  <a:pt x="285648" y="151853"/>
                </a:lnTo>
                <a:lnTo>
                  <a:pt x="277685" y="157149"/>
                </a:lnTo>
                <a:lnTo>
                  <a:pt x="272389" y="165125"/>
                </a:lnTo>
                <a:lnTo>
                  <a:pt x="270624" y="174193"/>
                </a:lnTo>
                <a:lnTo>
                  <a:pt x="272389" y="183261"/>
                </a:lnTo>
                <a:lnTo>
                  <a:pt x="277685" y="191236"/>
                </a:lnTo>
                <a:lnTo>
                  <a:pt x="351574" y="265137"/>
                </a:lnTo>
                <a:lnTo>
                  <a:pt x="168732" y="265137"/>
                </a:lnTo>
                <a:lnTo>
                  <a:pt x="159346" y="267030"/>
                </a:lnTo>
                <a:lnTo>
                  <a:pt x="151688" y="272199"/>
                </a:lnTo>
                <a:lnTo>
                  <a:pt x="146519" y="279857"/>
                </a:lnTo>
                <a:lnTo>
                  <a:pt x="144627" y="289242"/>
                </a:lnTo>
                <a:lnTo>
                  <a:pt x="146519" y="298627"/>
                </a:lnTo>
                <a:lnTo>
                  <a:pt x="151688" y="306285"/>
                </a:lnTo>
                <a:lnTo>
                  <a:pt x="159346" y="311454"/>
                </a:lnTo>
                <a:lnTo>
                  <a:pt x="168732" y="313347"/>
                </a:lnTo>
                <a:lnTo>
                  <a:pt x="351574" y="313347"/>
                </a:lnTo>
                <a:lnTo>
                  <a:pt x="277685" y="387248"/>
                </a:lnTo>
                <a:lnTo>
                  <a:pt x="272389" y="395224"/>
                </a:lnTo>
                <a:lnTo>
                  <a:pt x="270624" y="404291"/>
                </a:lnTo>
                <a:lnTo>
                  <a:pt x="272389" y="413359"/>
                </a:lnTo>
                <a:lnTo>
                  <a:pt x="277685" y="421335"/>
                </a:lnTo>
                <a:lnTo>
                  <a:pt x="285648" y="426631"/>
                </a:lnTo>
                <a:lnTo>
                  <a:pt x="294728" y="428396"/>
                </a:lnTo>
                <a:lnTo>
                  <a:pt x="303796" y="426631"/>
                </a:lnTo>
                <a:lnTo>
                  <a:pt x="311772" y="421335"/>
                </a:lnTo>
                <a:lnTo>
                  <a:pt x="426821" y="306285"/>
                </a:lnTo>
                <a:lnTo>
                  <a:pt x="432079" y="298361"/>
                </a:lnTo>
                <a:lnTo>
                  <a:pt x="433857" y="289293"/>
                </a:lnTo>
                <a:close/>
              </a:path>
              <a:path w="579120" h="578484">
                <a:moveTo>
                  <a:pt x="578497" y="289242"/>
                </a:moveTo>
                <a:lnTo>
                  <a:pt x="574713" y="242290"/>
                </a:lnTo>
                <a:lnTo>
                  <a:pt x="563765" y="197764"/>
                </a:lnTo>
                <a:lnTo>
                  <a:pt x="546227" y="156260"/>
                </a:lnTo>
                <a:lnTo>
                  <a:pt x="530288" y="130568"/>
                </a:lnTo>
                <a:lnTo>
                  <a:pt x="530288" y="289242"/>
                </a:lnTo>
                <a:lnTo>
                  <a:pt x="525386" y="337756"/>
                </a:lnTo>
                <a:lnTo>
                  <a:pt x="511314" y="382981"/>
                </a:lnTo>
                <a:lnTo>
                  <a:pt x="489064" y="423913"/>
                </a:lnTo>
                <a:lnTo>
                  <a:pt x="459613" y="459600"/>
                </a:lnTo>
                <a:lnTo>
                  <a:pt x="423926" y="489064"/>
                </a:lnTo>
                <a:lnTo>
                  <a:pt x="382981" y="511314"/>
                </a:lnTo>
                <a:lnTo>
                  <a:pt x="337769" y="525373"/>
                </a:lnTo>
                <a:lnTo>
                  <a:pt x="289255" y="530275"/>
                </a:lnTo>
                <a:lnTo>
                  <a:pt x="240741" y="525373"/>
                </a:lnTo>
                <a:lnTo>
                  <a:pt x="195516" y="511314"/>
                </a:lnTo>
                <a:lnTo>
                  <a:pt x="154584" y="489064"/>
                </a:lnTo>
                <a:lnTo>
                  <a:pt x="118897" y="459600"/>
                </a:lnTo>
                <a:lnTo>
                  <a:pt x="89433" y="423913"/>
                </a:lnTo>
                <a:lnTo>
                  <a:pt x="67183" y="382981"/>
                </a:lnTo>
                <a:lnTo>
                  <a:pt x="53124" y="337756"/>
                </a:lnTo>
                <a:lnTo>
                  <a:pt x="48209" y="289242"/>
                </a:lnTo>
                <a:lnTo>
                  <a:pt x="53124" y="240728"/>
                </a:lnTo>
                <a:lnTo>
                  <a:pt x="67183" y="195503"/>
                </a:lnTo>
                <a:lnTo>
                  <a:pt x="89433" y="154571"/>
                </a:lnTo>
                <a:lnTo>
                  <a:pt x="118897" y="118884"/>
                </a:lnTo>
                <a:lnTo>
                  <a:pt x="154584" y="89420"/>
                </a:lnTo>
                <a:lnTo>
                  <a:pt x="195516" y="67170"/>
                </a:lnTo>
                <a:lnTo>
                  <a:pt x="240741" y="53111"/>
                </a:lnTo>
                <a:lnTo>
                  <a:pt x="289255" y="48196"/>
                </a:lnTo>
                <a:lnTo>
                  <a:pt x="337769" y="53111"/>
                </a:lnTo>
                <a:lnTo>
                  <a:pt x="382981" y="67170"/>
                </a:lnTo>
                <a:lnTo>
                  <a:pt x="423926" y="89420"/>
                </a:lnTo>
                <a:lnTo>
                  <a:pt x="459613" y="118884"/>
                </a:lnTo>
                <a:lnTo>
                  <a:pt x="489064" y="154571"/>
                </a:lnTo>
                <a:lnTo>
                  <a:pt x="511314" y="195503"/>
                </a:lnTo>
                <a:lnTo>
                  <a:pt x="525386" y="240728"/>
                </a:lnTo>
                <a:lnTo>
                  <a:pt x="530288" y="289242"/>
                </a:lnTo>
                <a:lnTo>
                  <a:pt x="530288" y="130568"/>
                </a:lnTo>
                <a:lnTo>
                  <a:pt x="493814" y="84658"/>
                </a:lnTo>
                <a:lnTo>
                  <a:pt x="460121" y="55765"/>
                </a:lnTo>
                <a:lnTo>
                  <a:pt x="422224" y="32258"/>
                </a:lnTo>
                <a:lnTo>
                  <a:pt x="380720" y="14732"/>
                </a:lnTo>
                <a:lnTo>
                  <a:pt x="336194" y="3771"/>
                </a:lnTo>
                <a:lnTo>
                  <a:pt x="289255" y="0"/>
                </a:lnTo>
                <a:lnTo>
                  <a:pt x="242303" y="3771"/>
                </a:lnTo>
                <a:lnTo>
                  <a:pt x="197789" y="14732"/>
                </a:lnTo>
                <a:lnTo>
                  <a:pt x="156273" y="32258"/>
                </a:lnTo>
                <a:lnTo>
                  <a:pt x="118376" y="55765"/>
                </a:lnTo>
                <a:lnTo>
                  <a:pt x="84683" y="84658"/>
                </a:lnTo>
                <a:lnTo>
                  <a:pt x="55778" y="118364"/>
                </a:lnTo>
                <a:lnTo>
                  <a:pt x="32270" y="156260"/>
                </a:lnTo>
                <a:lnTo>
                  <a:pt x="14744" y="197764"/>
                </a:lnTo>
                <a:lnTo>
                  <a:pt x="3784" y="242290"/>
                </a:lnTo>
                <a:lnTo>
                  <a:pt x="0" y="289242"/>
                </a:lnTo>
                <a:lnTo>
                  <a:pt x="3784" y="336181"/>
                </a:lnTo>
                <a:lnTo>
                  <a:pt x="14732" y="380707"/>
                </a:lnTo>
                <a:lnTo>
                  <a:pt x="32270" y="422211"/>
                </a:lnTo>
                <a:lnTo>
                  <a:pt x="55778" y="460108"/>
                </a:lnTo>
                <a:lnTo>
                  <a:pt x="84670" y="493814"/>
                </a:lnTo>
                <a:lnTo>
                  <a:pt x="118364" y="522706"/>
                </a:lnTo>
                <a:lnTo>
                  <a:pt x="156273" y="546227"/>
                </a:lnTo>
                <a:lnTo>
                  <a:pt x="197777" y="563753"/>
                </a:lnTo>
                <a:lnTo>
                  <a:pt x="242303" y="574700"/>
                </a:lnTo>
                <a:lnTo>
                  <a:pt x="289255" y="578485"/>
                </a:lnTo>
                <a:lnTo>
                  <a:pt x="336194" y="574700"/>
                </a:lnTo>
                <a:lnTo>
                  <a:pt x="380720" y="563753"/>
                </a:lnTo>
                <a:lnTo>
                  <a:pt x="422236" y="546227"/>
                </a:lnTo>
                <a:lnTo>
                  <a:pt x="447929" y="530275"/>
                </a:lnTo>
                <a:lnTo>
                  <a:pt x="460133" y="522706"/>
                </a:lnTo>
                <a:lnTo>
                  <a:pt x="493826" y="493814"/>
                </a:lnTo>
                <a:lnTo>
                  <a:pt x="522732" y="460108"/>
                </a:lnTo>
                <a:lnTo>
                  <a:pt x="546239" y="422211"/>
                </a:lnTo>
                <a:lnTo>
                  <a:pt x="563765" y="380707"/>
                </a:lnTo>
                <a:lnTo>
                  <a:pt x="574713" y="336181"/>
                </a:lnTo>
                <a:lnTo>
                  <a:pt x="578497" y="289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17542" y="9889205"/>
            <a:ext cx="795655" cy="398145"/>
          </a:xfrm>
          <a:custGeom>
            <a:avLst/>
            <a:gdLst/>
            <a:ahLst/>
            <a:cxnLst/>
            <a:rect l="l" t="t" r="r" b="b"/>
            <a:pathLst>
              <a:path w="795654" h="398145">
                <a:moveTo>
                  <a:pt x="176939" y="397742"/>
                </a:moveTo>
                <a:lnTo>
                  <a:pt x="0" y="397742"/>
                </a:lnTo>
                <a:lnTo>
                  <a:pt x="2564" y="353269"/>
                </a:lnTo>
                <a:lnTo>
                  <a:pt x="10503" y="306537"/>
                </a:lnTo>
                <a:lnTo>
                  <a:pt x="23185" y="263592"/>
                </a:lnTo>
                <a:lnTo>
                  <a:pt x="40423" y="222816"/>
                </a:lnTo>
                <a:lnTo>
                  <a:pt x="61918" y="184508"/>
                </a:lnTo>
                <a:lnTo>
                  <a:pt x="87373" y="148966"/>
                </a:lnTo>
                <a:lnTo>
                  <a:pt x="116488" y="116488"/>
                </a:lnTo>
                <a:lnTo>
                  <a:pt x="148966" y="87373"/>
                </a:lnTo>
                <a:lnTo>
                  <a:pt x="184508" y="61918"/>
                </a:lnTo>
                <a:lnTo>
                  <a:pt x="222816" y="40423"/>
                </a:lnTo>
                <a:lnTo>
                  <a:pt x="263592" y="23185"/>
                </a:lnTo>
                <a:lnTo>
                  <a:pt x="306537" y="10503"/>
                </a:lnTo>
                <a:lnTo>
                  <a:pt x="351353" y="2675"/>
                </a:lnTo>
                <a:lnTo>
                  <a:pt x="397742" y="0"/>
                </a:lnTo>
                <a:lnTo>
                  <a:pt x="444131" y="2675"/>
                </a:lnTo>
                <a:lnTo>
                  <a:pt x="488948" y="10503"/>
                </a:lnTo>
                <a:lnTo>
                  <a:pt x="531893" y="23185"/>
                </a:lnTo>
                <a:lnTo>
                  <a:pt x="572668" y="40423"/>
                </a:lnTo>
                <a:lnTo>
                  <a:pt x="610977" y="61918"/>
                </a:lnTo>
                <a:lnTo>
                  <a:pt x="646519" y="87373"/>
                </a:lnTo>
                <a:lnTo>
                  <a:pt x="678997" y="116488"/>
                </a:lnTo>
                <a:lnTo>
                  <a:pt x="708112" y="148966"/>
                </a:lnTo>
                <a:lnTo>
                  <a:pt x="728142" y="176934"/>
                </a:lnTo>
                <a:lnTo>
                  <a:pt x="397742" y="176934"/>
                </a:lnTo>
                <a:lnTo>
                  <a:pt x="353269" y="181424"/>
                </a:lnTo>
                <a:lnTo>
                  <a:pt x="311834" y="194300"/>
                </a:lnTo>
                <a:lnTo>
                  <a:pt x="274329" y="214670"/>
                </a:lnTo>
                <a:lnTo>
                  <a:pt x="241643" y="241643"/>
                </a:lnTo>
                <a:lnTo>
                  <a:pt x="214670" y="274329"/>
                </a:lnTo>
                <a:lnTo>
                  <a:pt x="194300" y="311834"/>
                </a:lnTo>
                <a:lnTo>
                  <a:pt x="181424" y="353269"/>
                </a:lnTo>
                <a:lnTo>
                  <a:pt x="176939" y="397742"/>
                </a:lnTo>
                <a:close/>
              </a:path>
              <a:path w="795654" h="398145">
                <a:moveTo>
                  <a:pt x="795483" y="397742"/>
                </a:moveTo>
                <a:lnTo>
                  <a:pt x="618547" y="397742"/>
                </a:lnTo>
                <a:lnTo>
                  <a:pt x="614061" y="353269"/>
                </a:lnTo>
                <a:lnTo>
                  <a:pt x="601185" y="311834"/>
                </a:lnTo>
                <a:lnTo>
                  <a:pt x="580815" y="274329"/>
                </a:lnTo>
                <a:lnTo>
                  <a:pt x="553841" y="241643"/>
                </a:lnTo>
                <a:lnTo>
                  <a:pt x="521156" y="214670"/>
                </a:lnTo>
                <a:lnTo>
                  <a:pt x="483650" y="194300"/>
                </a:lnTo>
                <a:lnTo>
                  <a:pt x="442215" y="181424"/>
                </a:lnTo>
                <a:lnTo>
                  <a:pt x="397742" y="176934"/>
                </a:lnTo>
                <a:lnTo>
                  <a:pt x="728142" y="176934"/>
                </a:lnTo>
                <a:lnTo>
                  <a:pt x="755062" y="222816"/>
                </a:lnTo>
                <a:lnTo>
                  <a:pt x="772300" y="263592"/>
                </a:lnTo>
                <a:lnTo>
                  <a:pt x="784982" y="306537"/>
                </a:lnTo>
                <a:lnTo>
                  <a:pt x="792810" y="351353"/>
                </a:lnTo>
                <a:lnTo>
                  <a:pt x="795483" y="397742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21034" y="0"/>
            <a:ext cx="725170" cy="725170"/>
          </a:xfrm>
          <a:custGeom>
            <a:avLst/>
            <a:gdLst/>
            <a:ahLst/>
            <a:cxnLst/>
            <a:rect l="l" t="t" r="r" b="b"/>
            <a:pathLst>
              <a:path w="725170" h="725170">
                <a:moveTo>
                  <a:pt x="438585" y="724677"/>
                </a:moveTo>
                <a:lnTo>
                  <a:pt x="286091" y="724677"/>
                </a:lnTo>
                <a:lnTo>
                  <a:pt x="286091" y="546492"/>
                </a:lnTo>
                <a:lnTo>
                  <a:pt x="160035" y="672465"/>
                </a:lnTo>
                <a:lnTo>
                  <a:pt x="52212" y="564642"/>
                </a:lnTo>
                <a:lnTo>
                  <a:pt x="178185" y="438585"/>
                </a:lnTo>
                <a:lnTo>
                  <a:pt x="0" y="438585"/>
                </a:lnTo>
                <a:lnTo>
                  <a:pt x="0" y="286091"/>
                </a:lnTo>
                <a:lnTo>
                  <a:pt x="178185" y="286091"/>
                </a:lnTo>
                <a:lnTo>
                  <a:pt x="52212" y="160035"/>
                </a:lnTo>
                <a:lnTo>
                  <a:pt x="160035" y="52212"/>
                </a:lnTo>
                <a:lnTo>
                  <a:pt x="286091" y="178185"/>
                </a:lnTo>
                <a:lnTo>
                  <a:pt x="286091" y="0"/>
                </a:lnTo>
                <a:lnTo>
                  <a:pt x="438585" y="0"/>
                </a:lnTo>
                <a:lnTo>
                  <a:pt x="438585" y="178185"/>
                </a:lnTo>
                <a:lnTo>
                  <a:pt x="564642" y="52212"/>
                </a:lnTo>
                <a:lnTo>
                  <a:pt x="672465" y="160035"/>
                </a:lnTo>
                <a:lnTo>
                  <a:pt x="546492" y="286091"/>
                </a:lnTo>
                <a:lnTo>
                  <a:pt x="724677" y="286091"/>
                </a:lnTo>
                <a:lnTo>
                  <a:pt x="724677" y="438585"/>
                </a:lnTo>
                <a:lnTo>
                  <a:pt x="546492" y="438585"/>
                </a:lnTo>
                <a:lnTo>
                  <a:pt x="672465" y="564642"/>
                </a:lnTo>
                <a:lnTo>
                  <a:pt x="564642" y="672465"/>
                </a:lnTo>
                <a:lnTo>
                  <a:pt x="438585" y="546492"/>
                </a:lnTo>
                <a:lnTo>
                  <a:pt x="438585" y="724677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760228" y="5233644"/>
            <a:ext cx="1527810" cy="3232150"/>
          </a:xfrm>
          <a:custGeom>
            <a:avLst/>
            <a:gdLst/>
            <a:ahLst/>
            <a:cxnLst/>
            <a:rect l="l" t="t" r="r" b="b"/>
            <a:pathLst>
              <a:path w="1527809" h="3232150">
                <a:moveTo>
                  <a:pt x="1527759" y="0"/>
                </a:moveTo>
                <a:lnTo>
                  <a:pt x="1525333" y="7607"/>
                </a:lnTo>
                <a:lnTo>
                  <a:pt x="1516659" y="53809"/>
                </a:lnTo>
                <a:lnTo>
                  <a:pt x="1513674" y="101803"/>
                </a:lnTo>
                <a:lnTo>
                  <a:pt x="1513674" y="693229"/>
                </a:lnTo>
                <a:lnTo>
                  <a:pt x="1095590" y="274980"/>
                </a:lnTo>
                <a:lnTo>
                  <a:pt x="1059688" y="243128"/>
                </a:lnTo>
                <a:lnTo>
                  <a:pt x="1020991" y="216585"/>
                </a:lnTo>
                <a:lnTo>
                  <a:pt x="979995" y="195351"/>
                </a:lnTo>
                <a:lnTo>
                  <a:pt x="937221" y="179425"/>
                </a:lnTo>
                <a:lnTo>
                  <a:pt x="893165" y="168808"/>
                </a:lnTo>
                <a:lnTo>
                  <a:pt x="848334" y="163499"/>
                </a:lnTo>
                <a:lnTo>
                  <a:pt x="803236" y="163499"/>
                </a:lnTo>
                <a:lnTo>
                  <a:pt x="758380" y="168808"/>
                </a:lnTo>
                <a:lnTo>
                  <a:pt x="714273" y="179425"/>
                </a:lnTo>
                <a:lnTo>
                  <a:pt x="671423" y="195351"/>
                </a:lnTo>
                <a:lnTo>
                  <a:pt x="630326" y="216585"/>
                </a:lnTo>
                <a:lnTo>
                  <a:pt x="591489" y="243128"/>
                </a:lnTo>
                <a:lnTo>
                  <a:pt x="555421" y="274980"/>
                </a:lnTo>
                <a:lnTo>
                  <a:pt x="523570" y="311048"/>
                </a:lnTo>
                <a:lnTo>
                  <a:pt x="497027" y="349885"/>
                </a:lnTo>
                <a:lnTo>
                  <a:pt x="475792" y="390982"/>
                </a:lnTo>
                <a:lnTo>
                  <a:pt x="459867" y="433844"/>
                </a:lnTo>
                <a:lnTo>
                  <a:pt x="449237" y="477951"/>
                </a:lnTo>
                <a:lnTo>
                  <a:pt x="443928" y="522808"/>
                </a:lnTo>
                <a:lnTo>
                  <a:pt x="443928" y="567905"/>
                </a:lnTo>
                <a:lnTo>
                  <a:pt x="449237" y="612724"/>
                </a:lnTo>
                <a:lnTo>
                  <a:pt x="459867" y="656780"/>
                </a:lnTo>
                <a:lnTo>
                  <a:pt x="475792" y="699566"/>
                </a:lnTo>
                <a:lnTo>
                  <a:pt x="497027" y="740549"/>
                </a:lnTo>
                <a:lnTo>
                  <a:pt x="523570" y="779246"/>
                </a:lnTo>
                <a:lnTo>
                  <a:pt x="555421" y="815149"/>
                </a:lnTo>
                <a:lnTo>
                  <a:pt x="973353" y="1233246"/>
                </a:lnTo>
                <a:lnTo>
                  <a:pt x="382231" y="1233246"/>
                </a:lnTo>
                <a:lnTo>
                  <a:pt x="334238" y="1236218"/>
                </a:lnTo>
                <a:lnTo>
                  <a:pt x="288036" y="1244904"/>
                </a:lnTo>
                <a:lnTo>
                  <a:pt x="243992" y="1258938"/>
                </a:lnTo>
                <a:lnTo>
                  <a:pt x="202438" y="1277975"/>
                </a:lnTo>
                <a:lnTo>
                  <a:pt x="163753" y="1301661"/>
                </a:lnTo>
                <a:lnTo>
                  <a:pt x="128282" y="1329626"/>
                </a:lnTo>
                <a:lnTo>
                  <a:pt x="96393" y="1361528"/>
                </a:lnTo>
                <a:lnTo>
                  <a:pt x="68414" y="1397000"/>
                </a:lnTo>
                <a:lnTo>
                  <a:pt x="44742" y="1435684"/>
                </a:lnTo>
                <a:lnTo>
                  <a:pt x="25704" y="1477225"/>
                </a:lnTo>
                <a:lnTo>
                  <a:pt x="11658" y="1521282"/>
                </a:lnTo>
                <a:lnTo>
                  <a:pt x="2971" y="1567484"/>
                </a:lnTo>
                <a:lnTo>
                  <a:pt x="0" y="1615478"/>
                </a:lnTo>
                <a:lnTo>
                  <a:pt x="2971" y="1663471"/>
                </a:lnTo>
                <a:lnTo>
                  <a:pt x="11658" y="1709674"/>
                </a:lnTo>
                <a:lnTo>
                  <a:pt x="25704" y="1753717"/>
                </a:lnTo>
                <a:lnTo>
                  <a:pt x="44742" y="1795272"/>
                </a:lnTo>
                <a:lnTo>
                  <a:pt x="68414" y="1833956"/>
                </a:lnTo>
                <a:lnTo>
                  <a:pt x="96393" y="1869427"/>
                </a:lnTo>
                <a:lnTo>
                  <a:pt x="128282" y="1901329"/>
                </a:lnTo>
                <a:lnTo>
                  <a:pt x="163753" y="1929295"/>
                </a:lnTo>
                <a:lnTo>
                  <a:pt x="202438" y="1952967"/>
                </a:lnTo>
                <a:lnTo>
                  <a:pt x="243992" y="1972005"/>
                </a:lnTo>
                <a:lnTo>
                  <a:pt x="288036" y="1986051"/>
                </a:lnTo>
                <a:lnTo>
                  <a:pt x="334238" y="1994738"/>
                </a:lnTo>
                <a:lnTo>
                  <a:pt x="382231" y="1997710"/>
                </a:lnTo>
                <a:lnTo>
                  <a:pt x="974115" y="1997710"/>
                </a:lnTo>
                <a:lnTo>
                  <a:pt x="555421" y="2416568"/>
                </a:lnTo>
                <a:lnTo>
                  <a:pt x="523570" y="2452471"/>
                </a:lnTo>
                <a:lnTo>
                  <a:pt x="497027" y="2491168"/>
                </a:lnTo>
                <a:lnTo>
                  <a:pt x="475792" y="2532151"/>
                </a:lnTo>
                <a:lnTo>
                  <a:pt x="459867" y="2574937"/>
                </a:lnTo>
                <a:lnTo>
                  <a:pt x="449237" y="2618981"/>
                </a:lnTo>
                <a:lnTo>
                  <a:pt x="443928" y="2663812"/>
                </a:lnTo>
                <a:lnTo>
                  <a:pt x="443928" y="2708910"/>
                </a:lnTo>
                <a:lnTo>
                  <a:pt x="449237" y="2753766"/>
                </a:lnTo>
                <a:lnTo>
                  <a:pt x="459867" y="2797873"/>
                </a:lnTo>
                <a:lnTo>
                  <a:pt x="475792" y="2840736"/>
                </a:lnTo>
                <a:lnTo>
                  <a:pt x="497027" y="2881833"/>
                </a:lnTo>
                <a:lnTo>
                  <a:pt x="523570" y="2920669"/>
                </a:lnTo>
                <a:lnTo>
                  <a:pt x="555421" y="2956725"/>
                </a:lnTo>
                <a:lnTo>
                  <a:pt x="591324" y="2988424"/>
                </a:lnTo>
                <a:lnTo>
                  <a:pt x="630021" y="3014827"/>
                </a:lnTo>
                <a:lnTo>
                  <a:pt x="671017" y="3035960"/>
                </a:lnTo>
                <a:lnTo>
                  <a:pt x="713790" y="3051810"/>
                </a:lnTo>
                <a:lnTo>
                  <a:pt x="757847" y="3062363"/>
                </a:lnTo>
                <a:lnTo>
                  <a:pt x="802678" y="3067647"/>
                </a:lnTo>
                <a:lnTo>
                  <a:pt x="847763" y="3067647"/>
                </a:lnTo>
                <a:lnTo>
                  <a:pt x="892619" y="3062363"/>
                </a:lnTo>
                <a:lnTo>
                  <a:pt x="936739" y="3051810"/>
                </a:lnTo>
                <a:lnTo>
                  <a:pt x="979589" y="3035960"/>
                </a:lnTo>
                <a:lnTo>
                  <a:pt x="1020686" y="3014827"/>
                </a:lnTo>
                <a:lnTo>
                  <a:pt x="1059522" y="2988424"/>
                </a:lnTo>
                <a:lnTo>
                  <a:pt x="1095590" y="2956725"/>
                </a:lnTo>
                <a:lnTo>
                  <a:pt x="1513674" y="2538488"/>
                </a:lnTo>
                <a:lnTo>
                  <a:pt x="1513674" y="3129915"/>
                </a:lnTo>
                <a:lnTo>
                  <a:pt x="1516659" y="3177908"/>
                </a:lnTo>
                <a:lnTo>
                  <a:pt x="1525333" y="3224111"/>
                </a:lnTo>
                <a:lnTo>
                  <a:pt x="1527759" y="3231718"/>
                </a:lnTo>
                <a:lnTo>
                  <a:pt x="1527759" y="2524391"/>
                </a:lnTo>
                <a:lnTo>
                  <a:pt x="1527759" y="1997710"/>
                </a:lnTo>
                <a:lnTo>
                  <a:pt x="1527759" y="1787842"/>
                </a:lnTo>
                <a:lnTo>
                  <a:pt x="1527759" y="1443875"/>
                </a:lnTo>
                <a:lnTo>
                  <a:pt x="1527759" y="1233246"/>
                </a:lnTo>
                <a:lnTo>
                  <a:pt x="1527759" y="707313"/>
                </a:lnTo>
                <a:lnTo>
                  <a:pt x="1527759" y="0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807604" y="0"/>
            <a:ext cx="3480435" cy="2875280"/>
          </a:xfrm>
          <a:custGeom>
            <a:avLst/>
            <a:gdLst/>
            <a:ahLst/>
            <a:cxnLst/>
            <a:rect l="l" t="t" r="r" b="b"/>
            <a:pathLst>
              <a:path w="3480434" h="2875280">
                <a:moveTo>
                  <a:pt x="1152358" y="2317792"/>
                </a:moveTo>
                <a:lnTo>
                  <a:pt x="0" y="1165432"/>
                </a:lnTo>
                <a:lnTo>
                  <a:pt x="1164666" y="0"/>
                </a:lnTo>
                <a:lnTo>
                  <a:pt x="3480395" y="0"/>
                </a:lnTo>
                <a:lnTo>
                  <a:pt x="3480395" y="971454"/>
                </a:lnTo>
                <a:lnTo>
                  <a:pt x="2499582" y="971454"/>
                </a:lnTo>
                <a:lnTo>
                  <a:pt x="1152358" y="2317792"/>
                </a:lnTo>
                <a:close/>
              </a:path>
              <a:path w="3480434" h="2875280">
                <a:moveTo>
                  <a:pt x="3480395" y="2874652"/>
                </a:moveTo>
                <a:lnTo>
                  <a:pt x="2499582" y="2874652"/>
                </a:lnTo>
                <a:lnTo>
                  <a:pt x="2499582" y="971454"/>
                </a:lnTo>
                <a:lnTo>
                  <a:pt x="3480395" y="971454"/>
                </a:lnTo>
                <a:lnTo>
                  <a:pt x="3480395" y="2874652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96038" y="1290539"/>
            <a:ext cx="14576425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800"/>
              <a:t>Laporan</a:t>
            </a:r>
            <a:r>
              <a:rPr dirty="0" sz="6800" spc="-950"/>
              <a:t> </a:t>
            </a:r>
            <a:r>
              <a:rPr dirty="0" sz="6800" spc="90"/>
              <a:t>per</a:t>
            </a:r>
            <a:r>
              <a:rPr dirty="0" sz="6800" spc="-950"/>
              <a:t> </a:t>
            </a:r>
            <a:r>
              <a:rPr dirty="0" sz="6800" spc="-1605"/>
              <a:t>1</a:t>
            </a:r>
            <a:r>
              <a:rPr dirty="0" sz="6800" spc="-950"/>
              <a:t> </a:t>
            </a:r>
            <a:r>
              <a:rPr dirty="0" sz="6800" spc="185"/>
              <a:t>dan</a:t>
            </a:r>
            <a:r>
              <a:rPr dirty="0" sz="6800" spc="-944"/>
              <a:t> </a:t>
            </a:r>
            <a:r>
              <a:rPr dirty="0" sz="6800" spc="-50"/>
              <a:t>5</a:t>
            </a:r>
            <a:r>
              <a:rPr dirty="0" sz="6800" spc="-950"/>
              <a:t> </a:t>
            </a:r>
            <a:r>
              <a:rPr dirty="0" sz="6800"/>
              <a:t>hari</a:t>
            </a:r>
            <a:r>
              <a:rPr dirty="0" sz="6800" spc="-950"/>
              <a:t> </a:t>
            </a:r>
            <a:r>
              <a:rPr dirty="0" sz="6800" spc="-10"/>
              <a:t>penjualan</a:t>
            </a:r>
            <a:endParaRPr sz="6800"/>
          </a:p>
        </p:txBody>
      </p:sp>
      <p:grpSp>
        <p:nvGrpSpPr>
          <p:cNvPr id="3" name="object 3"/>
          <p:cNvGrpSpPr/>
          <p:nvPr/>
        </p:nvGrpSpPr>
        <p:grpSpPr>
          <a:xfrm>
            <a:off x="11253730" y="2895397"/>
            <a:ext cx="563880" cy="563880"/>
            <a:chOff x="11253730" y="2895397"/>
            <a:chExt cx="563880" cy="563880"/>
          </a:xfrm>
        </p:grpSpPr>
        <p:sp>
          <p:nvSpPr>
            <p:cNvPr id="4" name="object 4"/>
            <p:cNvSpPr/>
            <p:nvPr/>
          </p:nvSpPr>
          <p:spPr>
            <a:xfrm>
              <a:off x="11253730" y="2895397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281664" y="563328"/>
                  </a:moveTo>
                  <a:lnTo>
                    <a:pt x="235976" y="559641"/>
                  </a:lnTo>
                  <a:lnTo>
                    <a:pt x="192636" y="548968"/>
                  </a:lnTo>
                  <a:lnTo>
                    <a:pt x="152223" y="531889"/>
                  </a:lnTo>
                  <a:lnTo>
                    <a:pt x="115316" y="508983"/>
                  </a:lnTo>
                  <a:lnTo>
                    <a:pt x="82497" y="480830"/>
                  </a:lnTo>
                  <a:lnTo>
                    <a:pt x="54344" y="448011"/>
                  </a:lnTo>
                  <a:lnTo>
                    <a:pt x="31438" y="411105"/>
                  </a:lnTo>
                  <a:lnTo>
                    <a:pt x="14359" y="370691"/>
                  </a:lnTo>
                  <a:lnTo>
                    <a:pt x="3686" y="327351"/>
                  </a:lnTo>
                  <a:lnTo>
                    <a:pt x="0" y="281664"/>
                  </a:lnTo>
                  <a:lnTo>
                    <a:pt x="3686" y="235976"/>
                  </a:lnTo>
                  <a:lnTo>
                    <a:pt x="14359" y="192636"/>
                  </a:lnTo>
                  <a:lnTo>
                    <a:pt x="31438" y="152223"/>
                  </a:lnTo>
                  <a:lnTo>
                    <a:pt x="54344" y="115316"/>
                  </a:lnTo>
                  <a:lnTo>
                    <a:pt x="82497" y="82497"/>
                  </a:lnTo>
                  <a:lnTo>
                    <a:pt x="115316" y="54344"/>
                  </a:lnTo>
                  <a:lnTo>
                    <a:pt x="152223" y="31438"/>
                  </a:lnTo>
                  <a:lnTo>
                    <a:pt x="192636" y="14359"/>
                  </a:lnTo>
                  <a:lnTo>
                    <a:pt x="235976" y="3686"/>
                  </a:lnTo>
                  <a:lnTo>
                    <a:pt x="281664" y="0"/>
                  </a:lnTo>
                  <a:lnTo>
                    <a:pt x="327351" y="3686"/>
                  </a:lnTo>
                  <a:lnTo>
                    <a:pt x="370691" y="14359"/>
                  </a:lnTo>
                  <a:lnTo>
                    <a:pt x="411105" y="31438"/>
                  </a:lnTo>
                  <a:lnTo>
                    <a:pt x="448011" y="54344"/>
                  </a:lnTo>
                  <a:lnTo>
                    <a:pt x="480830" y="82497"/>
                  </a:lnTo>
                  <a:lnTo>
                    <a:pt x="508983" y="115316"/>
                  </a:lnTo>
                  <a:lnTo>
                    <a:pt x="531889" y="152223"/>
                  </a:lnTo>
                  <a:lnTo>
                    <a:pt x="548968" y="192636"/>
                  </a:lnTo>
                  <a:lnTo>
                    <a:pt x="559641" y="235976"/>
                  </a:lnTo>
                  <a:lnTo>
                    <a:pt x="563328" y="281664"/>
                  </a:lnTo>
                  <a:lnTo>
                    <a:pt x="559641" y="327351"/>
                  </a:lnTo>
                  <a:lnTo>
                    <a:pt x="548968" y="370691"/>
                  </a:lnTo>
                  <a:lnTo>
                    <a:pt x="531889" y="411105"/>
                  </a:lnTo>
                  <a:lnTo>
                    <a:pt x="508983" y="448011"/>
                  </a:lnTo>
                  <a:lnTo>
                    <a:pt x="480830" y="480830"/>
                  </a:lnTo>
                  <a:lnTo>
                    <a:pt x="448011" y="508983"/>
                  </a:lnTo>
                  <a:lnTo>
                    <a:pt x="411105" y="531889"/>
                  </a:lnTo>
                  <a:lnTo>
                    <a:pt x="370691" y="548968"/>
                  </a:lnTo>
                  <a:lnTo>
                    <a:pt x="327351" y="559641"/>
                  </a:lnTo>
                  <a:lnTo>
                    <a:pt x="281664" y="56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9789" y="3041456"/>
              <a:ext cx="271231" cy="27123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933631" y="2815111"/>
            <a:ext cx="563880" cy="563880"/>
            <a:chOff x="2933631" y="2815111"/>
            <a:chExt cx="563880" cy="563880"/>
          </a:xfrm>
        </p:grpSpPr>
        <p:sp>
          <p:nvSpPr>
            <p:cNvPr id="7" name="object 7"/>
            <p:cNvSpPr/>
            <p:nvPr/>
          </p:nvSpPr>
          <p:spPr>
            <a:xfrm>
              <a:off x="2933631" y="2815111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281664" y="563328"/>
                  </a:moveTo>
                  <a:lnTo>
                    <a:pt x="235976" y="559641"/>
                  </a:lnTo>
                  <a:lnTo>
                    <a:pt x="192636" y="548968"/>
                  </a:lnTo>
                  <a:lnTo>
                    <a:pt x="152223" y="531889"/>
                  </a:lnTo>
                  <a:lnTo>
                    <a:pt x="115316" y="508983"/>
                  </a:lnTo>
                  <a:lnTo>
                    <a:pt x="82497" y="480830"/>
                  </a:lnTo>
                  <a:lnTo>
                    <a:pt x="54344" y="448011"/>
                  </a:lnTo>
                  <a:lnTo>
                    <a:pt x="31438" y="411105"/>
                  </a:lnTo>
                  <a:lnTo>
                    <a:pt x="14359" y="370691"/>
                  </a:lnTo>
                  <a:lnTo>
                    <a:pt x="3686" y="327351"/>
                  </a:lnTo>
                  <a:lnTo>
                    <a:pt x="0" y="281664"/>
                  </a:lnTo>
                  <a:lnTo>
                    <a:pt x="3686" y="235976"/>
                  </a:lnTo>
                  <a:lnTo>
                    <a:pt x="14359" y="192636"/>
                  </a:lnTo>
                  <a:lnTo>
                    <a:pt x="31438" y="152223"/>
                  </a:lnTo>
                  <a:lnTo>
                    <a:pt x="54344" y="115316"/>
                  </a:lnTo>
                  <a:lnTo>
                    <a:pt x="82497" y="82497"/>
                  </a:lnTo>
                  <a:lnTo>
                    <a:pt x="115316" y="54344"/>
                  </a:lnTo>
                  <a:lnTo>
                    <a:pt x="152223" y="31438"/>
                  </a:lnTo>
                  <a:lnTo>
                    <a:pt x="192636" y="14359"/>
                  </a:lnTo>
                  <a:lnTo>
                    <a:pt x="235976" y="3686"/>
                  </a:lnTo>
                  <a:lnTo>
                    <a:pt x="281664" y="0"/>
                  </a:lnTo>
                  <a:lnTo>
                    <a:pt x="327351" y="3686"/>
                  </a:lnTo>
                  <a:lnTo>
                    <a:pt x="370691" y="14359"/>
                  </a:lnTo>
                  <a:lnTo>
                    <a:pt x="411105" y="31438"/>
                  </a:lnTo>
                  <a:lnTo>
                    <a:pt x="448011" y="54344"/>
                  </a:lnTo>
                  <a:lnTo>
                    <a:pt x="480830" y="82497"/>
                  </a:lnTo>
                  <a:lnTo>
                    <a:pt x="508983" y="115316"/>
                  </a:lnTo>
                  <a:lnTo>
                    <a:pt x="531889" y="152223"/>
                  </a:lnTo>
                  <a:lnTo>
                    <a:pt x="548968" y="192636"/>
                  </a:lnTo>
                  <a:lnTo>
                    <a:pt x="559641" y="235976"/>
                  </a:lnTo>
                  <a:lnTo>
                    <a:pt x="563328" y="281664"/>
                  </a:lnTo>
                  <a:lnTo>
                    <a:pt x="559641" y="327351"/>
                  </a:lnTo>
                  <a:lnTo>
                    <a:pt x="548968" y="370691"/>
                  </a:lnTo>
                  <a:lnTo>
                    <a:pt x="531889" y="411105"/>
                  </a:lnTo>
                  <a:lnTo>
                    <a:pt x="508983" y="448011"/>
                  </a:lnTo>
                  <a:lnTo>
                    <a:pt x="480830" y="480830"/>
                  </a:lnTo>
                  <a:lnTo>
                    <a:pt x="448011" y="508983"/>
                  </a:lnTo>
                  <a:lnTo>
                    <a:pt x="411105" y="531889"/>
                  </a:lnTo>
                  <a:lnTo>
                    <a:pt x="370691" y="548968"/>
                  </a:lnTo>
                  <a:lnTo>
                    <a:pt x="327351" y="559641"/>
                  </a:lnTo>
                  <a:lnTo>
                    <a:pt x="281664" y="56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9690" y="2961170"/>
              <a:ext cx="271231" cy="27123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2744195" y="0"/>
            <a:ext cx="795655" cy="617220"/>
          </a:xfrm>
          <a:custGeom>
            <a:avLst/>
            <a:gdLst/>
            <a:ahLst/>
            <a:cxnLst/>
            <a:rect l="l" t="t" r="r" b="b"/>
            <a:pathLst>
              <a:path w="795655" h="617220">
                <a:moveTo>
                  <a:pt x="397742" y="617100"/>
                </a:moveTo>
                <a:lnTo>
                  <a:pt x="351353" y="614425"/>
                </a:lnTo>
                <a:lnTo>
                  <a:pt x="306537" y="606597"/>
                </a:lnTo>
                <a:lnTo>
                  <a:pt x="263592" y="593915"/>
                </a:lnTo>
                <a:lnTo>
                  <a:pt x="222816" y="576677"/>
                </a:lnTo>
                <a:lnTo>
                  <a:pt x="184508" y="555181"/>
                </a:lnTo>
                <a:lnTo>
                  <a:pt x="148966" y="529727"/>
                </a:lnTo>
                <a:lnTo>
                  <a:pt x="116488" y="500612"/>
                </a:lnTo>
                <a:lnTo>
                  <a:pt x="87373" y="468134"/>
                </a:lnTo>
                <a:lnTo>
                  <a:pt x="61918" y="432591"/>
                </a:lnTo>
                <a:lnTo>
                  <a:pt x="40423" y="394283"/>
                </a:lnTo>
                <a:lnTo>
                  <a:pt x="23185" y="353507"/>
                </a:lnTo>
                <a:lnTo>
                  <a:pt x="10503" y="310562"/>
                </a:lnTo>
                <a:lnTo>
                  <a:pt x="2675" y="265746"/>
                </a:lnTo>
                <a:lnTo>
                  <a:pt x="0" y="219357"/>
                </a:lnTo>
                <a:lnTo>
                  <a:pt x="2564" y="174884"/>
                </a:lnTo>
                <a:lnTo>
                  <a:pt x="2675" y="172968"/>
                </a:lnTo>
                <a:lnTo>
                  <a:pt x="10503" y="128152"/>
                </a:lnTo>
                <a:lnTo>
                  <a:pt x="23185" y="85207"/>
                </a:lnTo>
                <a:lnTo>
                  <a:pt x="40423" y="44431"/>
                </a:lnTo>
                <a:lnTo>
                  <a:pt x="61918" y="6123"/>
                </a:lnTo>
                <a:lnTo>
                  <a:pt x="66304" y="0"/>
                </a:lnTo>
                <a:lnTo>
                  <a:pt x="383374" y="0"/>
                </a:lnTo>
                <a:lnTo>
                  <a:pt x="353269" y="3039"/>
                </a:lnTo>
                <a:lnTo>
                  <a:pt x="311834" y="15915"/>
                </a:lnTo>
                <a:lnTo>
                  <a:pt x="274329" y="36285"/>
                </a:lnTo>
                <a:lnTo>
                  <a:pt x="241643" y="63258"/>
                </a:lnTo>
                <a:lnTo>
                  <a:pt x="214670" y="95943"/>
                </a:lnTo>
                <a:lnTo>
                  <a:pt x="194300" y="133449"/>
                </a:lnTo>
                <a:lnTo>
                  <a:pt x="181424" y="174884"/>
                </a:lnTo>
                <a:lnTo>
                  <a:pt x="176934" y="219357"/>
                </a:lnTo>
                <a:lnTo>
                  <a:pt x="181418" y="263830"/>
                </a:lnTo>
                <a:lnTo>
                  <a:pt x="194277" y="305265"/>
                </a:lnTo>
                <a:lnTo>
                  <a:pt x="214628" y="342771"/>
                </a:lnTo>
                <a:lnTo>
                  <a:pt x="241583" y="375456"/>
                </a:lnTo>
                <a:lnTo>
                  <a:pt x="274258" y="402430"/>
                </a:lnTo>
                <a:lnTo>
                  <a:pt x="311767" y="422800"/>
                </a:lnTo>
                <a:lnTo>
                  <a:pt x="353223" y="435675"/>
                </a:lnTo>
                <a:lnTo>
                  <a:pt x="397742" y="440165"/>
                </a:lnTo>
                <a:lnTo>
                  <a:pt x="728142" y="440165"/>
                </a:lnTo>
                <a:lnTo>
                  <a:pt x="708112" y="468134"/>
                </a:lnTo>
                <a:lnTo>
                  <a:pt x="678997" y="500612"/>
                </a:lnTo>
                <a:lnTo>
                  <a:pt x="646519" y="529727"/>
                </a:lnTo>
                <a:lnTo>
                  <a:pt x="610977" y="555181"/>
                </a:lnTo>
                <a:lnTo>
                  <a:pt x="572668" y="576677"/>
                </a:lnTo>
                <a:lnTo>
                  <a:pt x="531893" y="593915"/>
                </a:lnTo>
                <a:lnTo>
                  <a:pt x="488948" y="606597"/>
                </a:lnTo>
                <a:lnTo>
                  <a:pt x="444131" y="614425"/>
                </a:lnTo>
                <a:lnTo>
                  <a:pt x="397742" y="617100"/>
                </a:lnTo>
                <a:close/>
              </a:path>
              <a:path w="795655" h="617220">
                <a:moveTo>
                  <a:pt x="728142" y="440165"/>
                </a:moveTo>
                <a:lnTo>
                  <a:pt x="397742" y="440165"/>
                </a:lnTo>
                <a:lnTo>
                  <a:pt x="442261" y="435675"/>
                </a:lnTo>
                <a:lnTo>
                  <a:pt x="483718" y="422800"/>
                </a:lnTo>
                <a:lnTo>
                  <a:pt x="521226" y="402430"/>
                </a:lnTo>
                <a:lnTo>
                  <a:pt x="553901" y="375456"/>
                </a:lnTo>
                <a:lnTo>
                  <a:pt x="580857" y="342771"/>
                </a:lnTo>
                <a:lnTo>
                  <a:pt x="601207" y="305265"/>
                </a:lnTo>
                <a:lnTo>
                  <a:pt x="614067" y="263830"/>
                </a:lnTo>
                <a:lnTo>
                  <a:pt x="618551" y="219357"/>
                </a:lnTo>
                <a:lnTo>
                  <a:pt x="614061" y="174884"/>
                </a:lnTo>
                <a:lnTo>
                  <a:pt x="601185" y="133449"/>
                </a:lnTo>
                <a:lnTo>
                  <a:pt x="580815" y="95943"/>
                </a:lnTo>
                <a:lnTo>
                  <a:pt x="553841" y="63258"/>
                </a:lnTo>
                <a:lnTo>
                  <a:pt x="521156" y="36285"/>
                </a:lnTo>
                <a:lnTo>
                  <a:pt x="483650" y="15915"/>
                </a:lnTo>
                <a:lnTo>
                  <a:pt x="442215" y="3039"/>
                </a:lnTo>
                <a:lnTo>
                  <a:pt x="412110" y="0"/>
                </a:lnTo>
                <a:lnTo>
                  <a:pt x="729181" y="0"/>
                </a:lnTo>
                <a:lnTo>
                  <a:pt x="755062" y="44431"/>
                </a:lnTo>
                <a:lnTo>
                  <a:pt x="772300" y="85207"/>
                </a:lnTo>
                <a:lnTo>
                  <a:pt x="784982" y="128152"/>
                </a:lnTo>
                <a:lnTo>
                  <a:pt x="792810" y="172968"/>
                </a:lnTo>
                <a:lnTo>
                  <a:pt x="795486" y="219357"/>
                </a:lnTo>
                <a:lnTo>
                  <a:pt x="792920" y="263830"/>
                </a:lnTo>
                <a:lnTo>
                  <a:pt x="784982" y="310562"/>
                </a:lnTo>
                <a:lnTo>
                  <a:pt x="772300" y="353507"/>
                </a:lnTo>
                <a:lnTo>
                  <a:pt x="755062" y="394283"/>
                </a:lnTo>
                <a:lnTo>
                  <a:pt x="733567" y="432591"/>
                </a:lnTo>
                <a:lnTo>
                  <a:pt x="728142" y="440165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96959" y="9258300"/>
            <a:ext cx="725170" cy="725170"/>
          </a:xfrm>
          <a:custGeom>
            <a:avLst/>
            <a:gdLst/>
            <a:ahLst/>
            <a:cxnLst/>
            <a:rect l="l" t="t" r="r" b="b"/>
            <a:pathLst>
              <a:path w="725170" h="725170">
                <a:moveTo>
                  <a:pt x="438585" y="724677"/>
                </a:moveTo>
                <a:lnTo>
                  <a:pt x="286091" y="724677"/>
                </a:lnTo>
                <a:lnTo>
                  <a:pt x="286091" y="546492"/>
                </a:lnTo>
                <a:lnTo>
                  <a:pt x="160035" y="672465"/>
                </a:lnTo>
                <a:lnTo>
                  <a:pt x="52212" y="564642"/>
                </a:lnTo>
                <a:lnTo>
                  <a:pt x="178185" y="438585"/>
                </a:lnTo>
                <a:lnTo>
                  <a:pt x="0" y="438585"/>
                </a:lnTo>
                <a:lnTo>
                  <a:pt x="0" y="286091"/>
                </a:lnTo>
                <a:lnTo>
                  <a:pt x="178185" y="286091"/>
                </a:lnTo>
                <a:lnTo>
                  <a:pt x="52212" y="160035"/>
                </a:lnTo>
                <a:lnTo>
                  <a:pt x="160035" y="52212"/>
                </a:lnTo>
                <a:lnTo>
                  <a:pt x="286091" y="178185"/>
                </a:lnTo>
                <a:lnTo>
                  <a:pt x="286091" y="0"/>
                </a:lnTo>
                <a:lnTo>
                  <a:pt x="438585" y="0"/>
                </a:lnTo>
                <a:lnTo>
                  <a:pt x="438585" y="178185"/>
                </a:lnTo>
                <a:lnTo>
                  <a:pt x="564642" y="52212"/>
                </a:lnTo>
                <a:lnTo>
                  <a:pt x="672465" y="160035"/>
                </a:lnTo>
                <a:lnTo>
                  <a:pt x="546492" y="286091"/>
                </a:lnTo>
                <a:lnTo>
                  <a:pt x="724677" y="286091"/>
                </a:lnTo>
                <a:lnTo>
                  <a:pt x="724677" y="438585"/>
                </a:lnTo>
                <a:lnTo>
                  <a:pt x="546492" y="438585"/>
                </a:lnTo>
                <a:lnTo>
                  <a:pt x="672465" y="564642"/>
                </a:lnTo>
                <a:lnTo>
                  <a:pt x="564642" y="672465"/>
                </a:lnTo>
                <a:lnTo>
                  <a:pt x="438585" y="546492"/>
                </a:lnTo>
                <a:lnTo>
                  <a:pt x="438585" y="724677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9495" y="11"/>
            <a:ext cx="2904490" cy="1489075"/>
          </a:xfrm>
          <a:custGeom>
            <a:avLst/>
            <a:gdLst/>
            <a:ahLst/>
            <a:cxnLst/>
            <a:rect l="l" t="t" r="r" b="b"/>
            <a:pathLst>
              <a:path w="2904490" h="1489075">
                <a:moveTo>
                  <a:pt x="2903956" y="642734"/>
                </a:moveTo>
                <a:lnTo>
                  <a:pt x="2898648" y="597877"/>
                </a:lnTo>
                <a:lnTo>
                  <a:pt x="2888030" y="553758"/>
                </a:lnTo>
                <a:lnTo>
                  <a:pt x="2872105" y="510908"/>
                </a:lnTo>
                <a:lnTo>
                  <a:pt x="2850870" y="469811"/>
                </a:lnTo>
                <a:lnTo>
                  <a:pt x="2824327" y="430974"/>
                </a:lnTo>
                <a:lnTo>
                  <a:pt x="2792463" y="394906"/>
                </a:lnTo>
                <a:lnTo>
                  <a:pt x="2397696" y="0"/>
                </a:lnTo>
                <a:lnTo>
                  <a:pt x="1834210" y="0"/>
                </a:lnTo>
                <a:lnTo>
                  <a:pt x="1586395" y="0"/>
                </a:lnTo>
                <a:lnTo>
                  <a:pt x="1317561" y="0"/>
                </a:lnTo>
                <a:lnTo>
                  <a:pt x="1069746" y="0"/>
                </a:lnTo>
                <a:lnTo>
                  <a:pt x="506260" y="0"/>
                </a:lnTo>
                <a:lnTo>
                  <a:pt x="111493" y="394906"/>
                </a:lnTo>
                <a:lnTo>
                  <a:pt x="79629" y="430809"/>
                </a:lnTo>
                <a:lnTo>
                  <a:pt x="53086" y="469506"/>
                </a:lnTo>
                <a:lnTo>
                  <a:pt x="31851" y="510501"/>
                </a:lnTo>
                <a:lnTo>
                  <a:pt x="15925" y="553275"/>
                </a:lnTo>
                <a:lnTo>
                  <a:pt x="5308" y="597331"/>
                </a:lnTo>
                <a:lnTo>
                  <a:pt x="0" y="642162"/>
                </a:lnTo>
                <a:lnTo>
                  <a:pt x="0" y="687260"/>
                </a:lnTo>
                <a:lnTo>
                  <a:pt x="5308" y="732116"/>
                </a:lnTo>
                <a:lnTo>
                  <a:pt x="15925" y="776224"/>
                </a:lnTo>
                <a:lnTo>
                  <a:pt x="31851" y="819073"/>
                </a:lnTo>
                <a:lnTo>
                  <a:pt x="53086" y="860171"/>
                </a:lnTo>
                <a:lnTo>
                  <a:pt x="79629" y="899007"/>
                </a:lnTo>
                <a:lnTo>
                  <a:pt x="111493" y="935075"/>
                </a:lnTo>
                <a:lnTo>
                  <a:pt x="147383" y="966762"/>
                </a:lnTo>
                <a:lnTo>
                  <a:pt x="186093" y="993178"/>
                </a:lnTo>
                <a:lnTo>
                  <a:pt x="227076" y="1014298"/>
                </a:lnTo>
                <a:lnTo>
                  <a:pt x="269849" y="1030147"/>
                </a:lnTo>
                <a:lnTo>
                  <a:pt x="313905" y="1040714"/>
                </a:lnTo>
                <a:lnTo>
                  <a:pt x="358736" y="1045997"/>
                </a:lnTo>
                <a:lnTo>
                  <a:pt x="403834" y="1045997"/>
                </a:lnTo>
                <a:lnTo>
                  <a:pt x="448691" y="1040714"/>
                </a:lnTo>
                <a:lnTo>
                  <a:pt x="492798" y="1030147"/>
                </a:lnTo>
                <a:lnTo>
                  <a:pt x="535660" y="1014298"/>
                </a:lnTo>
                <a:lnTo>
                  <a:pt x="576757" y="993178"/>
                </a:lnTo>
                <a:lnTo>
                  <a:pt x="615594" y="966762"/>
                </a:lnTo>
                <a:lnTo>
                  <a:pt x="651649" y="935075"/>
                </a:lnTo>
                <a:lnTo>
                  <a:pt x="1069746" y="516839"/>
                </a:lnTo>
                <a:lnTo>
                  <a:pt x="1069746" y="1108265"/>
                </a:lnTo>
                <a:lnTo>
                  <a:pt x="1072718" y="1156258"/>
                </a:lnTo>
                <a:lnTo>
                  <a:pt x="1081405" y="1202448"/>
                </a:lnTo>
                <a:lnTo>
                  <a:pt x="1095438" y="1246505"/>
                </a:lnTo>
                <a:lnTo>
                  <a:pt x="1114488" y="1288059"/>
                </a:lnTo>
                <a:lnTo>
                  <a:pt x="1138161" y="1326743"/>
                </a:lnTo>
                <a:lnTo>
                  <a:pt x="1166126" y="1362214"/>
                </a:lnTo>
                <a:lnTo>
                  <a:pt x="1198029" y="1394104"/>
                </a:lnTo>
                <a:lnTo>
                  <a:pt x="1233500" y="1422069"/>
                </a:lnTo>
                <a:lnTo>
                  <a:pt x="1272184" y="1445755"/>
                </a:lnTo>
                <a:lnTo>
                  <a:pt x="1313522" y="1464703"/>
                </a:lnTo>
                <a:lnTo>
                  <a:pt x="1357642" y="1478788"/>
                </a:lnTo>
                <a:lnTo>
                  <a:pt x="1403921" y="1487512"/>
                </a:lnTo>
                <a:lnTo>
                  <a:pt x="1403781" y="1487512"/>
                </a:lnTo>
                <a:lnTo>
                  <a:pt x="1425562" y="1488859"/>
                </a:lnTo>
                <a:lnTo>
                  <a:pt x="1478292" y="1488859"/>
                </a:lnTo>
                <a:lnTo>
                  <a:pt x="1546174" y="1478788"/>
                </a:lnTo>
                <a:lnTo>
                  <a:pt x="1590230" y="1464703"/>
                </a:lnTo>
                <a:lnTo>
                  <a:pt x="1631772" y="1445602"/>
                </a:lnTo>
                <a:lnTo>
                  <a:pt x="1670456" y="1421866"/>
                </a:lnTo>
                <a:lnTo>
                  <a:pt x="1705927" y="1393850"/>
                </a:lnTo>
                <a:lnTo>
                  <a:pt x="1737829" y="1361909"/>
                </a:lnTo>
                <a:lnTo>
                  <a:pt x="1765795" y="1326413"/>
                </a:lnTo>
                <a:lnTo>
                  <a:pt x="1789468" y="1287716"/>
                </a:lnTo>
                <a:lnTo>
                  <a:pt x="1808518" y="1246200"/>
                </a:lnTo>
                <a:lnTo>
                  <a:pt x="1822551" y="1202207"/>
                </a:lnTo>
                <a:lnTo>
                  <a:pt x="1831238" y="1156106"/>
                </a:lnTo>
                <a:lnTo>
                  <a:pt x="1834210" y="1108265"/>
                </a:lnTo>
                <a:lnTo>
                  <a:pt x="1834210" y="516839"/>
                </a:lnTo>
                <a:lnTo>
                  <a:pt x="2252307" y="935075"/>
                </a:lnTo>
                <a:lnTo>
                  <a:pt x="2288209" y="966927"/>
                </a:lnTo>
                <a:lnTo>
                  <a:pt x="2326906" y="993470"/>
                </a:lnTo>
                <a:lnTo>
                  <a:pt x="2367889" y="1014704"/>
                </a:lnTo>
                <a:lnTo>
                  <a:pt x="2410676" y="1030630"/>
                </a:lnTo>
                <a:lnTo>
                  <a:pt x="2454732" y="1041247"/>
                </a:lnTo>
                <a:lnTo>
                  <a:pt x="2499550" y="1046568"/>
                </a:lnTo>
                <a:lnTo>
                  <a:pt x="2544648" y="1046568"/>
                </a:lnTo>
                <a:lnTo>
                  <a:pt x="2589504" y="1041247"/>
                </a:lnTo>
                <a:lnTo>
                  <a:pt x="2633611" y="1030630"/>
                </a:lnTo>
                <a:lnTo>
                  <a:pt x="2676474" y="1014704"/>
                </a:lnTo>
                <a:lnTo>
                  <a:pt x="2717571" y="993470"/>
                </a:lnTo>
                <a:lnTo>
                  <a:pt x="2756408" y="966927"/>
                </a:lnTo>
                <a:lnTo>
                  <a:pt x="2792463" y="935075"/>
                </a:lnTo>
                <a:lnTo>
                  <a:pt x="2824327" y="899172"/>
                </a:lnTo>
                <a:lnTo>
                  <a:pt x="2850870" y="860475"/>
                </a:lnTo>
                <a:lnTo>
                  <a:pt x="2872105" y="819480"/>
                </a:lnTo>
                <a:lnTo>
                  <a:pt x="2888030" y="776706"/>
                </a:lnTo>
                <a:lnTo>
                  <a:pt x="2898648" y="732650"/>
                </a:lnTo>
                <a:lnTo>
                  <a:pt x="2903956" y="687819"/>
                </a:lnTo>
                <a:lnTo>
                  <a:pt x="2903956" y="642734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08929" y="2865001"/>
            <a:ext cx="3628390" cy="1256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7249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Laporan</a:t>
            </a:r>
            <a:r>
              <a:rPr dirty="0" sz="2400" spc="70" b="1">
                <a:latin typeface="Tahoma"/>
                <a:cs typeface="Tahoma"/>
              </a:rPr>
              <a:t> </a:t>
            </a:r>
            <a:r>
              <a:rPr dirty="0" sz="2400" spc="-550" b="1">
                <a:latin typeface="Tahoma"/>
                <a:cs typeface="Tahoma"/>
              </a:rPr>
              <a:t>1</a:t>
            </a:r>
            <a:r>
              <a:rPr dirty="0" sz="2400" spc="70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hari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010"/>
              </a:spcBef>
            </a:pPr>
            <a:r>
              <a:rPr dirty="0" sz="2000" spc="-90">
                <a:latin typeface="Verdana"/>
                <a:cs typeface="Verdana"/>
              </a:rPr>
              <a:t>menghitung</a:t>
            </a:r>
            <a:r>
              <a:rPr dirty="0" sz="2000" spc="-120">
                <a:latin typeface="Verdana"/>
                <a:cs typeface="Verdana"/>
              </a:rPr>
              <a:t> </a:t>
            </a:r>
            <a:r>
              <a:rPr dirty="0" sz="2000" spc="-165">
                <a:latin typeface="Verdana"/>
                <a:cs typeface="Verdana"/>
              </a:rPr>
              <a:t>hasiL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pendapatan </a:t>
            </a:r>
            <a:r>
              <a:rPr dirty="0" sz="2000" spc="-125">
                <a:latin typeface="Verdana"/>
                <a:cs typeface="Verdana"/>
              </a:rPr>
              <a:t>seLama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640">
                <a:latin typeface="Verdana"/>
                <a:cs typeface="Verdana"/>
              </a:rPr>
              <a:t>1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 spc="-90">
                <a:latin typeface="Verdana"/>
                <a:cs typeface="Verdana"/>
              </a:rPr>
              <a:t>hari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penuh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76851" y="2945286"/>
            <a:ext cx="3628390" cy="137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061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Laporan</a:t>
            </a:r>
            <a:r>
              <a:rPr dirty="0" sz="2400" spc="70" b="1">
                <a:latin typeface="Tahoma"/>
                <a:cs typeface="Tahoma"/>
              </a:rPr>
              <a:t> </a:t>
            </a:r>
            <a:r>
              <a:rPr dirty="0" sz="2400" spc="90" b="1">
                <a:latin typeface="Tahoma"/>
                <a:cs typeface="Tahoma"/>
              </a:rPr>
              <a:t>5</a:t>
            </a:r>
            <a:r>
              <a:rPr dirty="0" sz="2400" spc="70" b="1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hari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spc="-60">
                <a:latin typeface="Verdana"/>
                <a:cs typeface="Verdana"/>
              </a:rPr>
              <a:t>Menghitung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165">
                <a:latin typeface="Verdana"/>
                <a:cs typeface="Verdana"/>
              </a:rPr>
              <a:t>hasiL</a:t>
            </a:r>
            <a:r>
              <a:rPr dirty="0" sz="2000" spc="-13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pendapatan </a:t>
            </a:r>
            <a:r>
              <a:rPr dirty="0" sz="2000" spc="-125">
                <a:latin typeface="Verdana"/>
                <a:cs typeface="Verdana"/>
              </a:rPr>
              <a:t>seLama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 spc="-60">
                <a:latin typeface="Verdana"/>
                <a:cs typeface="Verdana"/>
              </a:rPr>
              <a:t>5</a:t>
            </a:r>
            <a:r>
              <a:rPr dirty="0" sz="2000" spc="-13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hari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940" rIns="0" bIns="0" rtlCol="0" vert="horz">
            <a:spAutoFit/>
          </a:bodyPr>
          <a:lstStyle/>
          <a:p>
            <a:pPr marL="12700" marR="5080">
              <a:lnSpc>
                <a:spcPts val="10350"/>
              </a:lnSpc>
              <a:spcBef>
                <a:spcPts val="2220"/>
              </a:spcBef>
            </a:pPr>
            <a:r>
              <a:rPr dirty="0" spc="-160"/>
              <a:t>T</a:t>
            </a:r>
            <a:r>
              <a:rPr dirty="0" spc="-105"/>
              <a:t>h</a:t>
            </a:r>
            <a:r>
              <a:rPr dirty="0" spc="-110"/>
              <a:t>a</a:t>
            </a:r>
            <a:r>
              <a:rPr dirty="0" spc="-105"/>
              <a:t>n</a:t>
            </a:r>
            <a:r>
              <a:rPr dirty="0" spc="415"/>
              <a:t>k</a:t>
            </a:r>
            <a:r>
              <a:rPr dirty="0" spc="-15"/>
              <a:t> </a:t>
            </a:r>
            <a:r>
              <a:rPr dirty="0" spc="-755"/>
              <a:t>Y</a:t>
            </a:r>
            <a:r>
              <a:rPr dirty="0" spc="70"/>
              <a:t>o</a:t>
            </a:r>
            <a:r>
              <a:rPr dirty="0" spc="600"/>
              <a:t>u</a:t>
            </a:r>
          </a:p>
        </p:txBody>
      </p:sp>
      <p:sp>
        <p:nvSpPr>
          <p:cNvPr id="3" name="object 3"/>
          <p:cNvSpPr/>
          <p:nvPr/>
        </p:nvSpPr>
        <p:spPr>
          <a:xfrm>
            <a:off x="5567907" y="7064370"/>
            <a:ext cx="824230" cy="1626235"/>
          </a:xfrm>
          <a:custGeom>
            <a:avLst/>
            <a:gdLst/>
            <a:ahLst/>
            <a:cxnLst/>
            <a:rect l="l" t="t" r="r" b="b"/>
            <a:pathLst>
              <a:path w="824229" h="1626234">
                <a:moveTo>
                  <a:pt x="0" y="1214450"/>
                </a:moveTo>
                <a:lnTo>
                  <a:pt x="2457" y="1168919"/>
                </a:lnTo>
                <a:lnTo>
                  <a:pt x="9930" y="1123934"/>
                </a:lnTo>
                <a:lnTo>
                  <a:pt x="22328" y="1080049"/>
                </a:lnTo>
                <a:lnTo>
                  <a:pt x="39497" y="1037808"/>
                </a:lnTo>
                <a:lnTo>
                  <a:pt x="61227" y="997721"/>
                </a:lnTo>
                <a:lnTo>
                  <a:pt x="87256" y="960278"/>
                </a:lnTo>
                <a:lnTo>
                  <a:pt x="117263" y="925939"/>
                </a:lnTo>
                <a:lnTo>
                  <a:pt x="150877" y="895129"/>
                </a:lnTo>
                <a:lnTo>
                  <a:pt x="187688" y="868221"/>
                </a:lnTo>
                <a:lnTo>
                  <a:pt x="233397" y="842442"/>
                </a:lnTo>
                <a:lnTo>
                  <a:pt x="238274" y="837960"/>
                </a:lnTo>
                <a:lnTo>
                  <a:pt x="245491" y="826234"/>
                </a:lnTo>
                <a:lnTo>
                  <a:pt x="247295" y="819861"/>
                </a:lnTo>
                <a:lnTo>
                  <a:pt x="247295" y="806093"/>
                </a:lnTo>
                <a:lnTo>
                  <a:pt x="245491" y="799720"/>
                </a:lnTo>
                <a:lnTo>
                  <a:pt x="238274" y="787994"/>
                </a:lnTo>
                <a:lnTo>
                  <a:pt x="233397" y="783512"/>
                </a:lnTo>
                <a:lnTo>
                  <a:pt x="217052" y="775113"/>
                </a:lnTo>
                <a:lnTo>
                  <a:pt x="207012" y="769538"/>
                </a:lnTo>
                <a:lnTo>
                  <a:pt x="168507" y="744494"/>
                </a:lnTo>
                <a:lnTo>
                  <a:pt x="133027" y="715321"/>
                </a:lnTo>
                <a:lnTo>
                  <a:pt x="101015" y="682381"/>
                </a:lnTo>
                <a:lnTo>
                  <a:pt x="72868" y="646083"/>
                </a:lnTo>
                <a:lnTo>
                  <a:pt x="48935" y="606878"/>
                </a:lnTo>
                <a:lnTo>
                  <a:pt x="29514" y="565253"/>
                </a:lnTo>
                <a:lnTo>
                  <a:pt x="14846" y="521725"/>
                </a:lnTo>
                <a:lnTo>
                  <a:pt x="5113" y="476835"/>
                </a:lnTo>
                <a:lnTo>
                  <a:pt x="436" y="431141"/>
                </a:lnTo>
                <a:lnTo>
                  <a:pt x="15" y="408170"/>
                </a:lnTo>
                <a:lnTo>
                  <a:pt x="284" y="396680"/>
                </a:lnTo>
                <a:lnTo>
                  <a:pt x="4558" y="350946"/>
                </a:lnTo>
                <a:lnTo>
                  <a:pt x="13894" y="305972"/>
                </a:lnTo>
                <a:lnTo>
                  <a:pt x="28178" y="262317"/>
                </a:lnTo>
                <a:lnTo>
                  <a:pt x="47231" y="220522"/>
                </a:lnTo>
                <a:lnTo>
                  <a:pt x="70818" y="181107"/>
                </a:lnTo>
                <a:lnTo>
                  <a:pt x="98644" y="144563"/>
                </a:lnTo>
                <a:lnTo>
                  <a:pt x="130364" y="111341"/>
                </a:lnTo>
                <a:lnTo>
                  <a:pt x="165584" y="81857"/>
                </a:lnTo>
                <a:lnTo>
                  <a:pt x="203867" y="56475"/>
                </a:lnTo>
                <a:lnTo>
                  <a:pt x="244737" y="35511"/>
                </a:lnTo>
                <a:lnTo>
                  <a:pt x="287686" y="19226"/>
                </a:lnTo>
                <a:lnTo>
                  <a:pt x="332181" y="7821"/>
                </a:lnTo>
                <a:lnTo>
                  <a:pt x="377668" y="1439"/>
                </a:lnTo>
                <a:lnTo>
                  <a:pt x="412091" y="0"/>
                </a:lnTo>
                <a:lnTo>
                  <a:pt x="423583" y="159"/>
                </a:lnTo>
                <a:lnTo>
                  <a:pt x="469355" y="3997"/>
                </a:lnTo>
                <a:lnTo>
                  <a:pt x="514416" y="12905"/>
                </a:lnTo>
                <a:lnTo>
                  <a:pt x="558206" y="26772"/>
                </a:lnTo>
                <a:lnTo>
                  <a:pt x="600180" y="45427"/>
                </a:lnTo>
                <a:lnTo>
                  <a:pt x="639817" y="68637"/>
                </a:lnTo>
                <a:lnTo>
                  <a:pt x="676626" y="96114"/>
                </a:lnTo>
                <a:lnTo>
                  <a:pt x="710147" y="127516"/>
                </a:lnTo>
                <a:lnTo>
                  <a:pt x="739966" y="162454"/>
                </a:lnTo>
                <a:lnTo>
                  <a:pt x="765712" y="200493"/>
                </a:lnTo>
                <a:lnTo>
                  <a:pt x="787064" y="241162"/>
                </a:lnTo>
                <a:lnTo>
                  <a:pt x="803757" y="283954"/>
                </a:lnTo>
                <a:lnTo>
                  <a:pt x="815585" y="328338"/>
                </a:lnTo>
                <a:lnTo>
                  <a:pt x="822400" y="373762"/>
                </a:lnTo>
                <a:lnTo>
                  <a:pt x="824167" y="408170"/>
                </a:lnTo>
                <a:lnTo>
                  <a:pt x="824117" y="419663"/>
                </a:lnTo>
                <a:lnTo>
                  <a:pt x="820715" y="465469"/>
                </a:lnTo>
                <a:lnTo>
                  <a:pt x="812237" y="510613"/>
                </a:lnTo>
                <a:lnTo>
                  <a:pt x="798787" y="554533"/>
                </a:lnTo>
                <a:lnTo>
                  <a:pt x="780534" y="596683"/>
                </a:lnTo>
                <a:lnTo>
                  <a:pt x="757702" y="636539"/>
                </a:lnTo>
                <a:lnTo>
                  <a:pt x="730577" y="673608"/>
                </a:lnTo>
                <a:lnTo>
                  <a:pt x="699496" y="707427"/>
                </a:lnTo>
                <a:lnTo>
                  <a:pt x="664843" y="737577"/>
                </a:lnTo>
                <a:lnTo>
                  <a:pt x="627051" y="763684"/>
                </a:lnTo>
                <a:lnTo>
                  <a:pt x="590785" y="783512"/>
                </a:lnTo>
                <a:lnTo>
                  <a:pt x="585908" y="787994"/>
                </a:lnTo>
                <a:lnTo>
                  <a:pt x="578691" y="799719"/>
                </a:lnTo>
                <a:lnTo>
                  <a:pt x="576887" y="806093"/>
                </a:lnTo>
                <a:lnTo>
                  <a:pt x="576887" y="819861"/>
                </a:lnTo>
                <a:lnTo>
                  <a:pt x="578691" y="826234"/>
                </a:lnTo>
                <a:lnTo>
                  <a:pt x="585908" y="837959"/>
                </a:lnTo>
                <a:lnTo>
                  <a:pt x="590785" y="842441"/>
                </a:lnTo>
                <a:lnTo>
                  <a:pt x="609508" y="852125"/>
                </a:lnTo>
                <a:lnTo>
                  <a:pt x="621836" y="859128"/>
                </a:lnTo>
                <a:lnTo>
                  <a:pt x="657300" y="882644"/>
                </a:lnTo>
                <a:lnTo>
                  <a:pt x="690137" y="909681"/>
                </a:lnTo>
                <a:lnTo>
                  <a:pt x="720012" y="939959"/>
                </a:lnTo>
                <a:lnTo>
                  <a:pt x="746615" y="973169"/>
                </a:lnTo>
                <a:lnTo>
                  <a:pt x="769651" y="1008947"/>
                </a:lnTo>
                <a:lnTo>
                  <a:pt x="788867" y="1046895"/>
                </a:lnTo>
                <a:lnTo>
                  <a:pt x="804069" y="1086621"/>
                </a:lnTo>
                <a:lnTo>
                  <a:pt x="815097" y="1127719"/>
                </a:lnTo>
                <a:lnTo>
                  <a:pt x="821827" y="1169736"/>
                </a:lnTo>
                <a:lnTo>
                  <a:pt x="824186" y="1212206"/>
                </a:lnTo>
                <a:lnTo>
                  <a:pt x="824122" y="1221332"/>
                </a:lnTo>
                <a:lnTo>
                  <a:pt x="820774" y="1266807"/>
                </a:lnTo>
                <a:lnTo>
                  <a:pt x="812422" y="1311633"/>
                </a:lnTo>
                <a:lnTo>
                  <a:pt x="799168" y="1355266"/>
                </a:lnTo>
                <a:lnTo>
                  <a:pt x="781174" y="1397168"/>
                </a:lnTo>
                <a:lnTo>
                  <a:pt x="758663" y="1436821"/>
                </a:lnTo>
                <a:lnTo>
                  <a:pt x="731909" y="1473744"/>
                </a:lnTo>
                <a:lnTo>
                  <a:pt x="701236" y="1507489"/>
                </a:lnTo>
                <a:lnTo>
                  <a:pt x="667022" y="1537639"/>
                </a:lnTo>
                <a:lnTo>
                  <a:pt x="629691" y="1563821"/>
                </a:lnTo>
                <a:lnTo>
                  <a:pt x="589695" y="1585718"/>
                </a:lnTo>
                <a:lnTo>
                  <a:pt x="547521" y="1603064"/>
                </a:lnTo>
                <a:lnTo>
                  <a:pt x="503689" y="1615644"/>
                </a:lnTo>
                <a:lnTo>
                  <a:pt x="458740" y="1623304"/>
                </a:lnTo>
                <a:lnTo>
                  <a:pt x="413219" y="1625951"/>
                </a:lnTo>
                <a:lnTo>
                  <a:pt x="404093" y="1625875"/>
                </a:lnTo>
                <a:lnTo>
                  <a:pt x="358618" y="1622468"/>
                </a:lnTo>
                <a:lnTo>
                  <a:pt x="313803" y="1614059"/>
                </a:lnTo>
                <a:lnTo>
                  <a:pt x="270191" y="1600750"/>
                </a:lnTo>
                <a:lnTo>
                  <a:pt x="228312" y="1582702"/>
                </a:lnTo>
                <a:lnTo>
                  <a:pt x="188684" y="1560138"/>
                </a:lnTo>
                <a:lnTo>
                  <a:pt x="151795" y="1533336"/>
                </a:lnTo>
                <a:lnTo>
                  <a:pt x="118093" y="1502623"/>
                </a:lnTo>
                <a:lnTo>
                  <a:pt x="87988" y="1468371"/>
                </a:lnTo>
                <a:lnTo>
                  <a:pt x="61851" y="1431002"/>
                </a:lnTo>
                <a:lnTo>
                  <a:pt x="40005" y="1390979"/>
                </a:lnTo>
                <a:lnTo>
                  <a:pt x="22715" y="1348787"/>
                </a:lnTo>
                <a:lnTo>
                  <a:pt x="10190" y="1304938"/>
                </a:lnTo>
                <a:lnTo>
                  <a:pt x="2588" y="1259974"/>
                </a:lnTo>
                <a:lnTo>
                  <a:pt x="114" y="1223572"/>
                </a:lnTo>
                <a:lnTo>
                  <a:pt x="0" y="1214450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Nur Aini Rohmatillah</dc:creator>
  <cp:keywords>DAHVWOKf7Lk,BAHMXvFY5tA</cp:keywords>
  <dc:title>manual book project pkl nung</dc:title>
  <dcterms:created xsi:type="dcterms:W3CDTF">2026-09-16T11:49:46Z</dcterms:created>
  <dcterms:modified xsi:type="dcterms:W3CDTF">2026-09-16T11:49:46Z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2026-09-16T00:00:00Z</vt:filetime>
  </property>
  <property fmtid="{D5CDD505-2E9C-101B-9397-08002B2CF9AE}" pid="6" name="Producer">
    <vt:lpwstr>Canva</vt:lpwstr>
  </property>
</Properties>
</file>